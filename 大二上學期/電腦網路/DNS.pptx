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56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5" r:id="rId17"/>
    <p:sldId id="276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-504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02D500-BEC7-4727-B6F8-47B1223BF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18BBD2-2E1C-43FA-9044-32EA65A1A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2BEE3C-3817-416F-8E6A-47F1EFA7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7EF99-E351-46EB-B9A5-7CF773EE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300347-170C-4FAF-AB75-33E4E5BC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8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4DFF23-AE9B-4152-A3A2-3093892B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9C7D06-646B-445C-AC03-D0C72518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C6D7C2-9901-4931-866C-6E1B2F21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974756-0C77-4EF0-8491-681B448A8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56ACC1-CA5A-430D-BAC3-23435F71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30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92E93-3483-491F-8B7A-6901F7B25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42D1A7-2A03-403F-8DFC-67AE280D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09B827-27AF-42ED-B725-36A4BEE7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7691B6-6CF1-426A-800C-606EFAF4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03C1B3-7D40-4A4E-BD91-2C70D1B7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99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5D4DB-4606-44C9-AA30-F9E75A30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0E383C-953C-4D51-9F88-71E71AEE7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1CFEF4-8485-427D-81EF-39457D296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955AB9-4EFB-43EF-A71B-25698E8B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73FF4B-F030-4864-AB3A-1B9CF0E2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0A40CB-B82D-49E6-BE4C-561EE7AD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38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E6F12C-1799-47B7-8976-ED7D6F18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7CFF57-7E76-4133-B2AC-54320CC55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EF0BF2-362C-43A3-9751-81D4DCC46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AC9C17A-1A8A-4E42-8224-28D5D3DFB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230A7F-0C2A-4F32-BD01-2B768C404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5604BD7-1CB4-41C5-A223-0A5C009A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D666C8-B44E-476B-8032-88DD92E2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6FD8129-2415-4A04-9B0A-1CC0DA83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72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4AA6A-581B-43E2-B276-B5D72C6E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1E7A0C-9388-4A82-BBF7-D5B8726F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790E0A-9AD4-444D-A7A9-452F3B25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C0F873D-40C7-4CF3-BACB-CB517EF9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73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C96F988-BA19-460C-BC40-F6647EFF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D3DFC7-6442-4520-8F53-738B600E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C87CF6-410A-4677-8F1F-B94BD83E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13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73CEC7-3890-4400-9040-94C38AC3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7F98A1-2C7C-4DFA-BAF7-C1A65B4E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F84B71-4A71-4B82-A9C4-381CCA0DD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3B6EF1-0CFC-4780-BDC8-13D09D81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4652AB-306E-44BE-9A8B-BC6DF8CB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C396D6-22A2-452D-BC2B-E5F4761B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585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9EFA1-C5D9-45E5-8F5C-63D9B170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CE01440-72BF-41E5-BA79-4C0AFA2E3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41F21A-F336-4C5F-A8A7-53529842D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10B0D4-008F-4A10-83FE-1AE55A61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D1590F-A173-4EBF-84DC-264130235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C9B9F3-D0EE-41C9-A429-48C600D0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34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AEAD08-0878-4E53-92D8-60BE125C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DC5CBA-A302-4FCE-9E5D-D9B3012C7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4EB882-F4A7-4892-8FE1-5ABBF6AC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6A04F-3569-44E8-BF66-9B3F772F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C479E0-4529-498E-9F71-5AB84DA2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780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CA6940-84E8-4CCE-9389-EA9B3819C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5287A7-FE15-4FCD-96EB-57E7BC3F7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49E4CF-218E-4867-ACBB-AB6B94D8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EB6716-0558-46B7-9297-3A6A59F4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A9970A-4029-46A4-8F28-E0F3A3CC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8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3AF7A52-DCA3-42A7-B473-95B8C688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D69AD2-C98E-40E1-8193-664141284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49809D-3498-4815-BB4B-77FDFFCB2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0DCC1-E933-4767-9CFD-30FBF147083B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527103-3586-48C4-9F16-D85BACE5A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0DBF75-A1F6-452D-86A1-B7834C2B0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F4BDD-B61E-4EB0-8F2D-AFD2A25682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3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419B883D-3E35-4A3F-81D1-741646297AA7}"/>
              </a:ext>
            </a:extLst>
          </p:cNvPr>
          <p:cNvGrpSpPr/>
          <p:nvPr/>
        </p:nvGrpSpPr>
        <p:grpSpPr>
          <a:xfrm>
            <a:off x="1941345" y="2286000"/>
            <a:ext cx="3400425" cy="1143000"/>
            <a:chOff x="1941345" y="2286000"/>
            <a:chExt cx="3400425" cy="1143000"/>
          </a:xfrm>
        </p:grpSpPr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B9DC1A1D-1092-4D90-87F7-FD742C2A1400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1345" y="2286000"/>
              <a:ext cx="3400425" cy="1143000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522A8E7-FA08-4C5F-A9DB-20CA8A2518C5}"/>
                </a:ext>
              </a:extLst>
            </p:cNvPr>
            <p:cNvSpPr/>
            <p:nvPr/>
          </p:nvSpPr>
          <p:spPr>
            <a:xfrm>
              <a:off x="2635716" y="3246120"/>
              <a:ext cx="1220003" cy="1524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CC076BAE-0839-42D6-84F6-CABDC1384CDC}"/>
              </a:ext>
            </a:extLst>
          </p:cNvPr>
          <p:cNvSpPr txBox="1"/>
          <p:nvPr/>
        </p:nvSpPr>
        <p:spPr>
          <a:xfrm>
            <a:off x="3796384" y="3149084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1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31CAB2-F190-4228-AFE0-1B76573B01D5}"/>
              </a:ext>
            </a:extLst>
          </p:cNvPr>
          <p:cNvSpPr txBox="1"/>
          <p:nvPr/>
        </p:nvSpPr>
        <p:spPr>
          <a:xfrm>
            <a:off x="3809999" y="2373868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2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FD8360-0CBC-427A-B302-702504FAE31F}"/>
              </a:ext>
            </a:extLst>
          </p:cNvPr>
          <p:cNvSpPr/>
          <p:nvPr/>
        </p:nvSpPr>
        <p:spPr>
          <a:xfrm>
            <a:off x="2635715" y="2463046"/>
            <a:ext cx="1220003" cy="190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E0F0ADC-1354-4A4F-BF55-74EFA8AD5B35}"/>
              </a:ext>
            </a:extLst>
          </p:cNvPr>
          <p:cNvSpPr txBox="1"/>
          <p:nvPr/>
        </p:nvSpPr>
        <p:spPr>
          <a:xfrm>
            <a:off x="3183804" y="2813804"/>
            <a:ext cx="35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3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C3E8EF-9748-40E9-B705-F4533AC18F97}"/>
              </a:ext>
            </a:extLst>
          </p:cNvPr>
          <p:cNvSpPr/>
          <p:nvPr/>
        </p:nvSpPr>
        <p:spPr>
          <a:xfrm>
            <a:off x="1963801" y="2941320"/>
            <a:ext cx="1129919" cy="1524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96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EE17831-5D3F-4D28-AF6B-1410522B6F5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90" y="1349693"/>
            <a:ext cx="5119370" cy="384968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5596B65-9417-46A1-BE2C-2AB33B4099DB}"/>
              </a:ext>
            </a:extLst>
          </p:cNvPr>
          <p:cNvSpPr/>
          <p:nvPr/>
        </p:nvSpPr>
        <p:spPr>
          <a:xfrm>
            <a:off x="3031956" y="3794760"/>
            <a:ext cx="2142024" cy="1981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93E6A6-1CA3-491E-B2D3-217874F40530}"/>
              </a:ext>
            </a:extLst>
          </p:cNvPr>
          <p:cNvSpPr/>
          <p:nvPr/>
        </p:nvSpPr>
        <p:spPr>
          <a:xfrm>
            <a:off x="1960944" y="2313147"/>
            <a:ext cx="3304476" cy="1981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EB4C5D-F563-46B1-BD37-0170B17D576D}"/>
              </a:ext>
            </a:extLst>
          </p:cNvPr>
          <p:cNvSpPr txBox="1"/>
          <p:nvPr/>
        </p:nvSpPr>
        <p:spPr>
          <a:xfrm>
            <a:off x="5173980" y="3709154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4.2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78BD66E-0E6E-41AA-953E-A3612EC88BF7}"/>
              </a:ext>
            </a:extLst>
          </p:cNvPr>
          <p:cNvSpPr txBox="1"/>
          <p:nvPr/>
        </p:nvSpPr>
        <p:spPr>
          <a:xfrm>
            <a:off x="5196840" y="2218928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4.2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8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DBCC4E0-02E0-4C02-B952-A1C5A7019E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797" y="1620837"/>
            <a:ext cx="7475855" cy="413226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BD01D0E-600B-41BD-80CC-EDA9C54AB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514349"/>
            <a:ext cx="11239500" cy="5905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A963D62-737B-4130-9F28-719A1EAD3A93}"/>
              </a:ext>
            </a:extLst>
          </p:cNvPr>
          <p:cNvSpPr/>
          <p:nvPr/>
        </p:nvSpPr>
        <p:spPr>
          <a:xfrm>
            <a:off x="2443544" y="4114799"/>
            <a:ext cx="1531556" cy="2286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7C28189-39E2-4B01-8BBC-289DA60D7FE8}"/>
              </a:ext>
            </a:extLst>
          </p:cNvPr>
          <p:cNvSpPr txBox="1"/>
          <p:nvPr/>
        </p:nvSpPr>
        <p:spPr>
          <a:xfrm>
            <a:off x="6692900" y="5166797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7.1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1D5D0D-6E3A-48DE-8C39-B6666D07DFFE}"/>
              </a:ext>
            </a:extLst>
          </p:cNvPr>
          <p:cNvSpPr/>
          <p:nvPr/>
        </p:nvSpPr>
        <p:spPr>
          <a:xfrm>
            <a:off x="5580444" y="5237163"/>
            <a:ext cx="1112456" cy="2286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08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765BD27-FF4A-45CC-8A88-30A3E9BA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657349"/>
            <a:ext cx="7077075" cy="35433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00776A7-6DC1-4381-AF6E-270C37E2EA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" t="65692" r="17066" b="7907"/>
          <a:stretch/>
        </p:blipFill>
        <p:spPr>
          <a:xfrm>
            <a:off x="-2802355" y="872790"/>
            <a:ext cx="20772672" cy="3484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307E005-45D8-4B27-AE90-9C537A3E9D75}"/>
              </a:ext>
            </a:extLst>
          </p:cNvPr>
          <p:cNvSpPr/>
          <p:nvPr/>
        </p:nvSpPr>
        <p:spPr>
          <a:xfrm>
            <a:off x="2926144" y="3771899"/>
            <a:ext cx="1455356" cy="1871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570A01D-9748-4ACF-9DD6-13EA99A3D44D}"/>
              </a:ext>
            </a:extLst>
          </p:cNvPr>
          <p:cNvGrpSpPr/>
          <p:nvPr/>
        </p:nvGrpSpPr>
        <p:grpSpPr>
          <a:xfrm>
            <a:off x="-2919663" y="469974"/>
            <a:ext cx="20889980" cy="348414"/>
            <a:chOff x="-2919663" y="469974"/>
            <a:chExt cx="20889980" cy="348414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6F26B89F-1B4F-40BB-9C7E-78C30D1F9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263" t="33777" r="17093" b="40764"/>
            <a:stretch/>
          </p:blipFill>
          <p:spPr>
            <a:xfrm>
              <a:off x="-2919663" y="482402"/>
              <a:ext cx="20889980" cy="335986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C3EAEC3-20CD-4072-AE3A-6123E16C0FBD}"/>
                </a:ext>
              </a:extLst>
            </p:cNvPr>
            <p:cNvSpPr/>
            <p:nvPr/>
          </p:nvSpPr>
          <p:spPr>
            <a:xfrm>
              <a:off x="-1750076" y="469974"/>
              <a:ext cx="472820" cy="3484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BD8F6195-58E2-4522-9098-4605520C105E}"/>
              </a:ext>
            </a:extLst>
          </p:cNvPr>
          <p:cNvSpPr/>
          <p:nvPr/>
        </p:nvSpPr>
        <p:spPr>
          <a:xfrm>
            <a:off x="-1750076" y="872790"/>
            <a:ext cx="472820" cy="348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9E36D5A-677E-4537-BE3A-95C29EBA3262}"/>
              </a:ext>
            </a:extLst>
          </p:cNvPr>
          <p:cNvSpPr txBox="1"/>
          <p:nvPr/>
        </p:nvSpPr>
        <p:spPr>
          <a:xfrm>
            <a:off x="-2151441" y="467499"/>
            <a:ext cx="63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5.1</a:t>
            </a:r>
            <a:endParaRPr lang="zh-TW" altLang="en-US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9D4E99B-D034-4EAA-AC2E-396E5FB68C12}"/>
              </a:ext>
            </a:extLst>
          </p:cNvPr>
          <p:cNvSpPr txBox="1"/>
          <p:nvPr/>
        </p:nvSpPr>
        <p:spPr>
          <a:xfrm flipH="1">
            <a:off x="-2151441" y="886982"/>
            <a:ext cx="63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6.1</a:t>
            </a:r>
            <a:endParaRPr lang="zh-TW" altLang="en-US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4EE8E8D-18EA-49EB-9882-E0115C664743}"/>
              </a:ext>
            </a:extLst>
          </p:cNvPr>
          <p:cNvSpPr txBox="1"/>
          <p:nvPr/>
        </p:nvSpPr>
        <p:spPr>
          <a:xfrm>
            <a:off x="5664200" y="4435478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7.2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0B3715-3358-4A8D-82B5-0D20492CCC89}"/>
              </a:ext>
            </a:extLst>
          </p:cNvPr>
          <p:cNvSpPr/>
          <p:nvPr/>
        </p:nvSpPr>
        <p:spPr>
          <a:xfrm>
            <a:off x="4551744" y="4703763"/>
            <a:ext cx="1112456" cy="2286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40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0DD8F26-96F0-4E11-8420-3A9ED8FD4A9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645" y="712788"/>
            <a:ext cx="5274310" cy="5556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3A32B7C-D10D-481B-BDB4-EBD4C7584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862" y="1757362"/>
            <a:ext cx="70770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58B4426-11F1-4B4B-B9AC-6B188C66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2687637"/>
            <a:ext cx="68961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3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B8329D2-7EFC-4131-8AF7-07AEE6C3F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1" y="1646237"/>
            <a:ext cx="10973889" cy="429736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E4EF871-682F-43FE-92FE-3A80D7941700}"/>
              </a:ext>
            </a:extLst>
          </p:cNvPr>
          <p:cNvSpPr/>
          <p:nvPr/>
        </p:nvSpPr>
        <p:spPr>
          <a:xfrm>
            <a:off x="995744" y="4089400"/>
            <a:ext cx="1645856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47D588-18D9-47E8-B3FC-28FE3DE99EAC}"/>
              </a:ext>
            </a:extLst>
          </p:cNvPr>
          <p:cNvSpPr/>
          <p:nvPr/>
        </p:nvSpPr>
        <p:spPr>
          <a:xfrm>
            <a:off x="995744" y="5245100"/>
            <a:ext cx="4630356" cy="317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AB21ED-22C6-45AE-83EB-07137591B272}"/>
              </a:ext>
            </a:extLst>
          </p:cNvPr>
          <p:cNvSpPr txBox="1"/>
          <p:nvPr/>
        </p:nvSpPr>
        <p:spPr>
          <a:xfrm>
            <a:off x="2641600" y="4019034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No answer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4E6768-9D7C-4097-B6E9-77407E5C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4" y="1497012"/>
            <a:ext cx="10454203" cy="505618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03A7341-A9CF-480C-AC7C-1118F106FDFA}"/>
              </a:ext>
            </a:extLst>
          </p:cNvPr>
          <p:cNvSpPr/>
          <p:nvPr/>
        </p:nvSpPr>
        <p:spPr>
          <a:xfrm flipV="1">
            <a:off x="1237044" y="5028406"/>
            <a:ext cx="4528756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04378-871B-4D78-9BAE-340282B3FB98}"/>
              </a:ext>
            </a:extLst>
          </p:cNvPr>
          <p:cNvSpPr/>
          <p:nvPr/>
        </p:nvSpPr>
        <p:spPr>
          <a:xfrm>
            <a:off x="1325944" y="5588000"/>
            <a:ext cx="6700456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8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48428DC-177B-468C-A5BA-5E309AA7A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2814637"/>
            <a:ext cx="8239125" cy="2381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0003CA6-C9F7-4BD9-BFDD-913B21068682}"/>
              </a:ext>
            </a:extLst>
          </p:cNvPr>
          <p:cNvSpPr/>
          <p:nvPr/>
        </p:nvSpPr>
        <p:spPr>
          <a:xfrm>
            <a:off x="1905000" y="2857500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48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DDD10BF-9189-4000-B9AE-7A5B715DD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3305175"/>
            <a:ext cx="9344025" cy="2476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7D617C7-8910-4290-9859-156CBFB86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4" y="4256087"/>
            <a:ext cx="11334750" cy="2000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C6BC72E-A18C-4418-B331-F6AE52F7A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25" y="4651374"/>
            <a:ext cx="10258425" cy="190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A907F96-6C69-47F3-8734-E2067D919C0C}"/>
              </a:ext>
            </a:extLst>
          </p:cNvPr>
          <p:cNvSpPr/>
          <p:nvPr/>
        </p:nvSpPr>
        <p:spPr>
          <a:xfrm>
            <a:off x="1913156" y="3331369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413ED5-DBBA-4EFE-98B1-3AFB47C0E1BA}"/>
              </a:ext>
            </a:extLst>
          </p:cNvPr>
          <p:cNvSpPr/>
          <p:nvPr/>
        </p:nvSpPr>
        <p:spPr>
          <a:xfrm>
            <a:off x="974725" y="4256087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2492F0-24EE-4444-B30E-CB6E863099E5}"/>
              </a:ext>
            </a:extLst>
          </p:cNvPr>
          <p:cNvSpPr/>
          <p:nvPr/>
        </p:nvSpPr>
        <p:spPr>
          <a:xfrm>
            <a:off x="1423986" y="4656136"/>
            <a:ext cx="290513" cy="190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26A6A0-0297-4389-B170-8B715040ED75}"/>
              </a:ext>
            </a:extLst>
          </p:cNvPr>
          <p:cNvSpPr/>
          <p:nvPr/>
        </p:nvSpPr>
        <p:spPr>
          <a:xfrm>
            <a:off x="9303390" y="3331369"/>
            <a:ext cx="1464621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34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2FA4904-A274-4E4D-8B68-511D9CC80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343025"/>
            <a:ext cx="7048500" cy="41719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4D16FC9-E745-4708-91F8-E48F44601084}"/>
              </a:ext>
            </a:extLst>
          </p:cNvPr>
          <p:cNvSpPr/>
          <p:nvPr/>
        </p:nvSpPr>
        <p:spPr>
          <a:xfrm>
            <a:off x="6670850" y="1932337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D3793-F837-4370-9DA9-2972C4F6C338}"/>
              </a:ext>
            </a:extLst>
          </p:cNvPr>
          <p:cNvSpPr/>
          <p:nvPr/>
        </p:nvSpPr>
        <p:spPr>
          <a:xfrm>
            <a:off x="4330321" y="2326619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58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5BDCBAE-C5CD-46BE-B06D-7BDD88A8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071562"/>
            <a:ext cx="7086600" cy="47148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960C16A-DBC9-4AFB-B3D0-7FBBCAE92B32}"/>
              </a:ext>
            </a:extLst>
          </p:cNvPr>
          <p:cNvSpPr/>
          <p:nvPr/>
        </p:nvSpPr>
        <p:spPr>
          <a:xfrm>
            <a:off x="5345389" y="1697445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63C252-468F-4038-860C-D5650A447A4D}"/>
              </a:ext>
            </a:extLst>
          </p:cNvPr>
          <p:cNvSpPr/>
          <p:nvPr/>
        </p:nvSpPr>
        <p:spPr>
          <a:xfrm>
            <a:off x="3936039" y="1865225"/>
            <a:ext cx="241300" cy="195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957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5FDC6C5-F246-4AE5-A48B-9CD6B38E3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3309937"/>
            <a:ext cx="9134475" cy="2381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B4C9B55-1D02-46F0-A5AF-969F4967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98" y="4209934"/>
            <a:ext cx="3352800" cy="11811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41AA3E3-D55A-4DE5-ACD9-802C3C93F04F}"/>
              </a:ext>
            </a:extLst>
          </p:cNvPr>
          <p:cNvSpPr/>
          <p:nvPr/>
        </p:nvSpPr>
        <p:spPr>
          <a:xfrm>
            <a:off x="4808493" y="3338817"/>
            <a:ext cx="1156080" cy="184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6D7571-6A82-496C-A417-004F7E4F5C26}"/>
              </a:ext>
            </a:extLst>
          </p:cNvPr>
          <p:cNvSpPr/>
          <p:nvPr/>
        </p:nvSpPr>
        <p:spPr>
          <a:xfrm>
            <a:off x="4558221" y="4555223"/>
            <a:ext cx="970124" cy="1854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49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536C05A-6D7C-443E-A99E-D798C7931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281112"/>
            <a:ext cx="6800850" cy="42957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86A399B-AF1A-4540-A484-2C55569A82F4}"/>
              </a:ext>
            </a:extLst>
          </p:cNvPr>
          <p:cNvSpPr/>
          <p:nvPr/>
        </p:nvSpPr>
        <p:spPr>
          <a:xfrm>
            <a:off x="3071972" y="4362274"/>
            <a:ext cx="1156080" cy="184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A63ED77-A751-4D61-B412-2506C07810C1}"/>
              </a:ext>
            </a:extLst>
          </p:cNvPr>
          <p:cNvSpPr txBox="1"/>
          <p:nvPr/>
        </p:nvSpPr>
        <p:spPr>
          <a:xfrm>
            <a:off x="4319398" y="4269651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No answer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1D9F03-F640-45CF-8913-0C92541045F6}"/>
              </a:ext>
            </a:extLst>
          </p:cNvPr>
          <p:cNvSpPr/>
          <p:nvPr/>
        </p:nvSpPr>
        <p:spPr>
          <a:xfrm>
            <a:off x="4595972" y="5120640"/>
            <a:ext cx="578008" cy="1877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38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4ECD27B-94F2-453E-A709-79D81CFA7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87" y="1771650"/>
            <a:ext cx="6981825" cy="33147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3EF4C5-4539-41E2-9F6F-79A3249F480D}"/>
              </a:ext>
            </a:extLst>
          </p:cNvPr>
          <p:cNvSpPr/>
          <p:nvPr/>
        </p:nvSpPr>
        <p:spPr>
          <a:xfrm>
            <a:off x="2948146" y="4067176"/>
            <a:ext cx="2919253" cy="1934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6E7A39-CF62-4261-A4D8-B3BF56501E6E}"/>
              </a:ext>
            </a:extLst>
          </p:cNvPr>
          <p:cNvSpPr/>
          <p:nvPr/>
        </p:nvSpPr>
        <p:spPr>
          <a:xfrm>
            <a:off x="2948146" y="4410075"/>
            <a:ext cx="4471829" cy="225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27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6957D6F-7D84-4825-8789-7B7C4FDD4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1168400"/>
            <a:ext cx="8782050" cy="2286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C62CCFE-A924-4B28-9703-3306DFA4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224" y="2706687"/>
            <a:ext cx="4781623" cy="177641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A377359-23C6-4CCD-A4EA-1F987D0DB2EF}"/>
              </a:ext>
            </a:extLst>
          </p:cNvPr>
          <p:cNvSpPr/>
          <p:nvPr/>
        </p:nvSpPr>
        <p:spPr>
          <a:xfrm>
            <a:off x="4986496" y="1144707"/>
            <a:ext cx="1109504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DFCF8-A515-493B-88F7-0C46DD5A088D}"/>
              </a:ext>
            </a:extLst>
          </p:cNvPr>
          <p:cNvSpPr/>
          <p:nvPr/>
        </p:nvSpPr>
        <p:spPr>
          <a:xfrm>
            <a:off x="4643595" y="3106856"/>
            <a:ext cx="1366679" cy="3221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01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FA66F4E-B7AA-4BCB-9F57-2AC5D83A3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31" y="976312"/>
            <a:ext cx="8603337" cy="330358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A34FBD5-ACD4-4A87-988E-8F230C5D3B58}"/>
              </a:ext>
            </a:extLst>
          </p:cNvPr>
          <p:cNvSpPr/>
          <p:nvPr/>
        </p:nvSpPr>
        <p:spPr>
          <a:xfrm>
            <a:off x="2433795" y="3759199"/>
            <a:ext cx="2773205" cy="2667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8B29F-9B60-4C2B-AC06-2426F3679CE7}"/>
              </a:ext>
            </a:extLst>
          </p:cNvPr>
          <p:cNvSpPr/>
          <p:nvPr/>
        </p:nvSpPr>
        <p:spPr>
          <a:xfrm>
            <a:off x="2179795" y="2832100"/>
            <a:ext cx="1554005" cy="2667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C59A52-D366-450D-87E7-118713616FE2}"/>
              </a:ext>
            </a:extLst>
          </p:cNvPr>
          <p:cNvSpPr txBox="1"/>
          <p:nvPr/>
        </p:nvSpPr>
        <p:spPr>
          <a:xfrm>
            <a:off x="3733800" y="2780784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No answer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372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475D407-1E09-4595-8056-9C78B584F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1109662"/>
            <a:ext cx="8401992" cy="440213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399A7F3-C7F8-4F6A-97BE-9EE9DDA16DDC}"/>
              </a:ext>
            </a:extLst>
          </p:cNvPr>
          <p:cNvSpPr/>
          <p:nvPr/>
        </p:nvSpPr>
        <p:spPr>
          <a:xfrm>
            <a:off x="2179795" y="4330699"/>
            <a:ext cx="4640105" cy="7366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992FCC-8E1B-4F01-8B69-85447DFADB6B}"/>
              </a:ext>
            </a:extLst>
          </p:cNvPr>
          <p:cNvSpPr/>
          <p:nvPr/>
        </p:nvSpPr>
        <p:spPr>
          <a:xfrm>
            <a:off x="2179795" y="3428999"/>
            <a:ext cx="1757205" cy="2032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71F42D-6096-4C9D-826E-5C53FC91AA8E}"/>
              </a:ext>
            </a:extLst>
          </p:cNvPr>
          <p:cNvSpPr/>
          <p:nvPr/>
        </p:nvSpPr>
        <p:spPr>
          <a:xfrm>
            <a:off x="2179795" y="3886199"/>
            <a:ext cx="2912905" cy="2032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32636B-7C58-41C8-897E-CBB6EBDE4B5B}"/>
              </a:ext>
            </a:extLst>
          </p:cNvPr>
          <p:cNvSpPr txBox="1"/>
          <p:nvPr/>
        </p:nvSpPr>
        <p:spPr>
          <a:xfrm>
            <a:off x="3937000" y="3310731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No additional resources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0A271E0-65D4-41E2-AAAF-0611ABBC78B3}"/>
              </a:ext>
            </a:extLst>
          </p:cNvPr>
          <p:cNvSpPr txBox="1"/>
          <p:nvPr/>
        </p:nvSpPr>
        <p:spPr>
          <a:xfrm>
            <a:off x="6819900" y="4735552"/>
            <a:ext cx="353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b="1" dirty="0" err="1">
                <a:solidFill>
                  <a:srgbClr val="FF0000"/>
                </a:solidFill>
              </a:rPr>
              <a:t>umass.edu</a:t>
            </a:r>
            <a:r>
              <a:rPr lang="en-US" altLang="zh-TW" b="1" dirty="0">
                <a:solidFill>
                  <a:srgbClr val="FF0000"/>
                </a:solidFill>
              </a:rPr>
              <a:t> domain’s nameserver 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4B765A-4285-4B79-9986-8F0FB7AF91B0}"/>
              </a:ext>
            </a:extLst>
          </p:cNvPr>
          <p:cNvSpPr/>
          <p:nvPr/>
        </p:nvSpPr>
        <p:spPr>
          <a:xfrm>
            <a:off x="2179795" y="2943463"/>
            <a:ext cx="1350805" cy="2032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206EF82-4DB7-4C91-926D-19C53134C78D}"/>
              </a:ext>
            </a:extLst>
          </p:cNvPr>
          <p:cNvSpPr txBox="1"/>
          <p:nvPr/>
        </p:nvSpPr>
        <p:spPr>
          <a:xfrm>
            <a:off x="3530600" y="287206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3 answers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675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023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44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26</Words>
  <Application>Microsoft Office PowerPoint</Application>
  <PresentationFormat>寬螢幕</PresentationFormat>
  <Paragraphs>15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jjjghu /</dc:creator>
  <cp:lastModifiedBy>jjjghu /</cp:lastModifiedBy>
  <cp:revision>18</cp:revision>
  <dcterms:created xsi:type="dcterms:W3CDTF">2023-11-22T11:16:50Z</dcterms:created>
  <dcterms:modified xsi:type="dcterms:W3CDTF">2023-11-22T13:32:41Z</dcterms:modified>
</cp:coreProperties>
</file>