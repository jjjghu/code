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18C0F1-5D8D-5A29-9E8D-FB53FB40D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8DB73E-E713-4554-F397-8A76503B5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98903-0891-D157-93F6-309AEA80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92B47B-F4A6-1BB6-5009-3A28FC02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680B-EB5F-F96E-7BDE-56463907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84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A15E42-B279-9941-DD5C-C8B39C883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77DD19-5883-6FEE-A5E0-9D8266DD7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2A6323-DF22-79DE-F9F1-FBA516AB6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2AA6D7-DF47-AF5E-CBC1-7A89C9AF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D5594C-CB9D-BC6C-375A-EA89841D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726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38451-2934-8EC2-C8A1-503BF742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CAAD51-30B1-7E68-D5C0-888863F64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D39602-ECB2-17F4-FDEB-6056702D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16798C-33EF-6090-4B44-70B0D3FC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8AC43D-4E9B-7DD0-6052-D554A67C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032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0D289D-2632-9444-09BD-E628BBB3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0C349D-61DB-643C-2D7A-205966936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659BCD-D5B5-CF27-3A0D-A6BA4CD3F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63D0CD-C955-CDD8-93ED-F72DD31C9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774069-649A-0E40-7555-ED3E7056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B5B0A6-94B1-EA55-7F3D-1597A661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984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E6A1D-5FD9-84A1-0F93-20276344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9B6B82-866C-55FA-4C8E-DF115F8BF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EB374D-6C39-2F8F-0FED-212709993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652A047-8C7A-37F8-1E7D-A5CAF6129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086BD39-5EF9-19B4-F9E3-8045BBC99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719261-4A02-B0C8-6333-9EF27317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F23E54-CD2E-B3FD-5F60-2C44835A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9F12C12-9278-70DC-E795-8F866490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930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50A2F-7F05-58E5-ABDD-3B57565B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8B5B6F-4174-DB19-F517-B8808AD2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2454D61-B38D-7E48-103C-BD51A4B5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A97273-6E60-62CF-653C-D8B72E4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1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A29866C-B9CF-ED5F-D69A-A5C74E39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11E60C-5337-A1E2-7442-72538FA45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8631FE-AC1C-834B-9C00-5605F359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67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94DBFD-13EA-9FE2-DF71-AAC4B2383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71DA5E-19E6-2B2D-2367-267E3A4F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3190A2-7569-9659-2D50-978CAF26F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B0D3DD-FE4A-16B8-34A9-60858208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200A60-03B4-F18C-9224-C38AFBE8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2F3461-D95C-BD9F-B7D7-E5CE5465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5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4ACFE1-67AC-B27A-6B5C-B51CC58C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AB2EB5-F983-8A40-95B7-39912EFB3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342A002-DB51-1CBC-F49E-6ECDBD6EF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64C7C2-FAF2-7661-FB53-F0FEF7A8F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00EBD4-E47A-C2AC-13DD-F533DE66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7602E7-EAF4-7267-5975-BF20AA24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3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DF1E28-4B96-B0E9-95C5-4612CC9D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3EAFE4-31DC-D8DD-8AA7-FBB124CCD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625B1D-72F3-09BF-99DC-795A5DD6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70DD48-B9DE-B3DB-4D7D-0C62CA09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CC9876-67FE-E36A-F33B-E20F2454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4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A70BA94-1264-9BC2-4D68-57F0C957D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66673FE-F6DA-33AB-3E25-1B2C662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C20794-E1A1-60DD-42B9-3BDE1266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3E6355-1BFE-79B9-C44F-D650A9E4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310AD6-286A-F65E-902A-932A3494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45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5CE542D-B899-7469-4B51-1325E5F14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86963D-EC1C-808F-1DC4-670F7DFCB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DC5DE1-C61D-5DE2-46AE-B0359D185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D063-2566-4347-A88A-337BBE8705A8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60C7D3-1657-9AD7-CFDD-589DAD906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59A5BF-2099-DCF0-DD35-AD671E6D4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EDE14-4B50-4FC1-AAE6-2E5589C5A2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42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2BDFF50E-0510-1AC3-9FA8-CE8A1A4E8BEB}"/>
              </a:ext>
            </a:extLst>
          </p:cNvPr>
          <p:cNvGrpSpPr/>
          <p:nvPr/>
        </p:nvGrpSpPr>
        <p:grpSpPr>
          <a:xfrm>
            <a:off x="418114" y="1874648"/>
            <a:ext cx="11355771" cy="1199820"/>
            <a:chOff x="1059258" y="2223564"/>
            <a:chExt cx="11355771" cy="119982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11E312F-F6EC-2F25-7502-B4D5539B3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258" y="2634916"/>
              <a:ext cx="10073483" cy="419136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C4D3A59-D479-6F40-64C8-3D85E3882475}"/>
                </a:ext>
              </a:extLst>
            </p:cNvPr>
            <p:cNvSpPr/>
            <p:nvPr/>
          </p:nvSpPr>
          <p:spPr>
            <a:xfrm>
              <a:off x="6955699" y="2831468"/>
              <a:ext cx="660290" cy="2286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F4B060-5C1F-21EF-2D13-7911AB8166C0}"/>
                </a:ext>
              </a:extLst>
            </p:cNvPr>
            <p:cNvSpPr/>
            <p:nvPr/>
          </p:nvSpPr>
          <p:spPr>
            <a:xfrm>
              <a:off x="10414778" y="2628900"/>
              <a:ext cx="660290" cy="2286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4D4B4A16-A22C-E8F8-EEF8-74F7971D5F3B}"/>
                </a:ext>
              </a:extLst>
            </p:cNvPr>
            <p:cNvSpPr txBox="1"/>
            <p:nvPr/>
          </p:nvSpPr>
          <p:spPr>
            <a:xfrm>
              <a:off x="6617368" y="3054052"/>
              <a:ext cx="3415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Server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529AF50-B45B-829F-F262-366FC463605B}"/>
                </a:ext>
              </a:extLst>
            </p:cNvPr>
            <p:cNvSpPr txBox="1"/>
            <p:nvPr/>
          </p:nvSpPr>
          <p:spPr>
            <a:xfrm>
              <a:off x="10287001" y="2223564"/>
              <a:ext cx="2128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Browser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414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E377679-B37E-813A-A272-A897A1287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892" y="1500973"/>
            <a:ext cx="6866215" cy="385605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FB7B1A3-61FE-47EA-BA3F-740DB8FE26FC}"/>
              </a:ext>
            </a:extLst>
          </p:cNvPr>
          <p:cNvSpPr/>
          <p:nvPr/>
        </p:nvSpPr>
        <p:spPr>
          <a:xfrm>
            <a:off x="2961215" y="4445668"/>
            <a:ext cx="1803289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77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1E312F-F6EC-2F25-7502-B4D5539B3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58" y="2634916"/>
            <a:ext cx="10073483" cy="4191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C4D3A59-D479-6F40-64C8-3D85E3882475}"/>
              </a:ext>
            </a:extLst>
          </p:cNvPr>
          <p:cNvSpPr/>
          <p:nvPr/>
        </p:nvSpPr>
        <p:spPr>
          <a:xfrm>
            <a:off x="2774726" y="2634916"/>
            <a:ext cx="1165616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F4B060-5C1F-21EF-2D13-7911AB8166C0}"/>
              </a:ext>
            </a:extLst>
          </p:cNvPr>
          <p:cNvSpPr/>
          <p:nvPr/>
        </p:nvSpPr>
        <p:spPr>
          <a:xfrm>
            <a:off x="4344847" y="2634916"/>
            <a:ext cx="1165616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4B4A16-A22C-E8F8-EEF8-74F7971D5F3B}"/>
              </a:ext>
            </a:extLst>
          </p:cNvPr>
          <p:cNvSpPr txBox="1"/>
          <p:nvPr/>
        </p:nvSpPr>
        <p:spPr>
          <a:xfrm>
            <a:off x="4200468" y="2193576"/>
            <a:ext cx="341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gaia.cs.umass.edu server IP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29AF50-B45B-829F-F262-366FC463605B}"/>
              </a:ext>
            </a:extLst>
          </p:cNvPr>
          <p:cNvSpPr txBox="1"/>
          <p:nvPr/>
        </p:nvSpPr>
        <p:spPr>
          <a:xfrm>
            <a:off x="2550695" y="2982379"/>
            <a:ext cx="212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My computer IP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50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1E312F-F6EC-2F25-7502-B4D5539B3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58" y="2634916"/>
            <a:ext cx="10073483" cy="4191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2F4B060-5C1F-21EF-2D13-7911AB8166C0}"/>
              </a:ext>
            </a:extLst>
          </p:cNvPr>
          <p:cNvSpPr/>
          <p:nvPr/>
        </p:nvSpPr>
        <p:spPr>
          <a:xfrm>
            <a:off x="6671511" y="2813421"/>
            <a:ext cx="1479884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36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5104AA4-E7F9-39E0-E6F8-49211534E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06" y="1230439"/>
            <a:ext cx="6782388" cy="439712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2989847" y="3428999"/>
            <a:ext cx="3777915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59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5104AA4-E7F9-39E0-E6F8-49211534E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806" y="1230439"/>
            <a:ext cx="6782388" cy="439712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3031958" y="3958388"/>
            <a:ext cx="1858879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88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EC46EC0-62C6-EC9D-1948-92A92E61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75" y="2608204"/>
            <a:ext cx="7026249" cy="96782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2947737" y="2977815"/>
            <a:ext cx="5360068" cy="366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852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D871978-5354-C9ED-E637-CC2D0178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79" y="735096"/>
            <a:ext cx="6950042" cy="538780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2965784" y="4950995"/>
            <a:ext cx="4090737" cy="192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58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CD1E65F-63A6-C127-297B-1783539F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892" y="1405714"/>
            <a:ext cx="6866215" cy="404657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5456321" y="1780675"/>
            <a:ext cx="2322095" cy="210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20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7924C10-6E3B-840D-4CAD-2AA46FC1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77" y="2575742"/>
            <a:ext cx="10188823" cy="5103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1509964" y="2610854"/>
            <a:ext cx="294773" cy="210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E8BD84-E30A-1256-9E10-7F3ED9283EBB}"/>
              </a:ext>
            </a:extLst>
          </p:cNvPr>
          <p:cNvSpPr/>
          <p:nvPr/>
        </p:nvSpPr>
        <p:spPr>
          <a:xfrm>
            <a:off x="1073777" y="2559227"/>
            <a:ext cx="10247939" cy="31380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3D60E7-5150-C255-F4BD-1E007A12CF75}"/>
              </a:ext>
            </a:extLst>
          </p:cNvPr>
          <p:cNvSpPr txBox="1"/>
          <p:nvPr/>
        </p:nvSpPr>
        <p:spPr>
          <a:xfrm>
            <a:off x="974558" y="2188854"/>
            <a:ext cx="347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request, packet number = 43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706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7924C10-6E3B-840D-4CAD-2AA46FC1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77" y="2575742"/>
            <a:ext cx="10188823" cy="5103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1503948" y="2846455"/>
            <a:ext cx="294773" cy="210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3D60E7-5150-C255-F4BD-1E007A12CF75}"/>
              </a:ext>
            </a:extLst>
          </p:cNvPr>
          <p:cNvSpPr txBox="1"/>
          <p:nvPr/>
        </p:nvSpPr>
        <p:spPr>
          <a:xfrm>
            <a:off x="1073777" y="3059668"/>
            <a:ext cx="347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packet number = 45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405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7924C10-6E3B-840D-4CAD-2AA46FC1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77" y="2220811"/>
            <a:ext cx="10188823" cy="5103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60CCF7-3CB5-8F71-4111-3AD20F16CBB7}"/>
              </a:ext>
            </a:extLst>
          </p:cNvPr>
          <p:cNvSpPr/>
          <p:nvPr/>
        </p:nvSpPr>
        <p:spPr>
          <a:xfrm>
            <a:off x="6990347" y="2475990"/>
            <a:ext cx="1185111" cy="210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3D60E7-5150-C255-F4BD-1E007A12CF75}"/>
              </a:ext>
            </a:extLst>
          </p:cNvPr>
          <p:cNvSpPr txBox="1"/>
          <p:nvPr/>
        </p:nvSpPr>
        <p:spPr>
          <a:xfrm>
            <a:off x="1091824" y="3059668"/>
            <a:ext cx="347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packet number = 45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7243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DC9DCB38-C655-F609-2E7C-DBE3AE7A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463" y="2872692"/>
            <a:ext cx="7773074" cy="111261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D66AA7F-E75B-527B-34A8-CA14B649B3B2}"/>
              </a:ext>
            </a:extLst>
          </p:cNvPr>
          <p:cNvSpPr/>
          <p:nvPr/>
        </p:nvSpPr>
        <p:spPr>
          <a:xfrm>
            <a:off x="2328110" y="2915143"/>
            <a:ext cx="4776537" cy="210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518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7DD9943-1635-6CAE-C31A-EB8B41C7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84" y="2375441"/>
            <a:ext cx="10173582" cy="129551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9DA8290-7599-6ADA-3317-337D61C1E35C}"/>
              </a:ext>
            </a:extLst>
          </p:cNvPr>
          <p:cNvSpPr/>
          <p:nvPr/>
        </p:nvSpPr>
        <p:spPr>
          <a:xfrm>
            <a:off x="6827921" y="2582123"/>
            <a:ext cx="4574047" cy="179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CDDD09-AE3A-4577-398A-CBA649B6C4A1}"/>
              </a:ext>
            </a:extLst>
          </p:cNvPr>
          <p:cNvSpPr/>
          <p:nvPr/>
        </p:nvSpPr>
        <p:spPr>
          <a:xfrm>
            <a:off x="6827919" y="3301920"/>
            <a:ext cx="4574047" cy="179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B75D2-4A7B-11DC-560F-EE9D2F9A247A}"/>
              </a:ext>
            </a:extLst>
          </p:cNvPr>
          <p:cNvSpPr/>
          <p:nvPr/>
        </p:nvSpPr>
        <p:spPr>
          <a:xfrm>
            <a:off x="6827919" y="2933635"/>
            <a:ext cx="4574047" cy="179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38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7DD9943-1635-6CAE-C31A-EB8B41C7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84" y="2375441"/>
            <a:ext cx="10173582" cy="129551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ACDDD09-AE3A-4577-398A-CBA649B6C4A1}"/>
              </a:ext>
            </a:extLst>
          </p:cNvPr>
          <p:cNvSpPr/>
          <p:nvPr/>
        </p:nvSpPr>
        <p:spPr>
          <a:xfrm>
            <a:off x="1925052" y="3296652"/>
            <a:ext cx="776037" cy="178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B75D2-4A7B-11DC-560F-EE9D2F9A247A}"/>
              </a:ext>
            </a:extLst>
          </p:cNvPr>
          <p:cNvSpPr/>
          <p:nvPr/>
        </p:nvSpPr>
        <p:spPr>
          <a:xfrm>
            <a:off x="1925052" y="2940399"/>
            <a:ext cx="776038" cy="178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226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B706251-AA03-CDDD-6B16-82799481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56" y="2639551"/>
            <a:ext cx="11408129" cy="96782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ACDDD09-AE3A-4577-398A-CBA649B6C4A1}"/>
              </a:ext>
            </a:extLst>
          </p:cNvPr>
          <p:cNvSpPr/>
          <p:nvPr/>
        </p:nvSpPr>
        <p:spPr>
          <a:xfrm>
            <a:off x="7194884" y="2971801"/>
            <a:ext cx="1287379" cy="196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958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A6A51E-2442-6617-E538-FB75F033A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59" y="687899"/>
            <a:ext cx="11316681" cy="103641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A86C40C-935E-1D9A-8CFD-5545C8CAC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59" y="1587596"/>
            <a:ext cx="11316681" cy="483268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363DEE4-F60A-7E43-3696-C424AD3DAF7D}"/>
              </a:ext>
            </a:extLst>
          </p:cNvPr>
          <p:cNvSpPr/>
          <p:nvPr/>
        </p:nvSpPr>
        <p:spPr>
          <a:xfrm>
            <a:off x="884321" y="3597443"/>
            <a:ext cx="5817268" cy="433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161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29</Words>
  <Application>Microsoft Office PowerPoint</Application>
  <PresentationFormat>寬螢幕</PresentationFormat>
  <Paragraphs>7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jjjghu /</dc:creator>
  <cp:lastModifiedBy>jjjghu /</cp:lastModifiedBy>
  <cp:revision>2</cp:revision>
  <dcterms:created xsi:type="dcterms:W3CDTF">2023-11-10T10:52:09Z</dcterms:created>
  <dcterms:modified xsi:type="dcterms:W3CDTF">2023-11-10T13:08:04Z</dcterms:modified>
</cp:coreProperties>
</file>