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9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75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89949" autoAdjust="0"/>
  </p:normalViewPr>
  <p:slideViewPr>
    <p:cSldViewPr snapToGrid="0">
      <p:cViewPr varScale="1">
        <p:scale>
          <a:sx n="127" d="100"/>
          <a:sy n="127" d="100"/>
        </p:scale>
        <p:origin x="110" y="30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61A67B-2816-4130-A608-BE10395B1214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0A6A1F-34BD-450C-86DC-8C9D63E214C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1106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在做甚麼事情是最開心的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34966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跟其他行業比起來，有甚麼特別之處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334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除了必備的工作技能之外，有甚麼條件是加分項 </a:t>
            </a:r>
            <a:r>
              <a:rPr lang="en-US" altLang="zh-TW" dirty="0"/>
              <a:t>(</a:t>
            </a:r>
            <a:r>
              <a:rPr lang="zh-TW" altLang="en-US" dirty="0"/>
              <a:t>有了會很棒的加分項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60363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做甚麼事情的時候最開心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3321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有沒有想放棄，離開這個行業的時刻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6475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最印象深刻，難以忘懷的時刻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08969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44470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比較嚴肅的問題，我個人是覺得最近的獨立遊戲出現的頻率越來越</a:t>
            </a:r>
            <a:endParaRPr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074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AI </a:t>
            </a:r>
            <a:r>
              <a:rPr lang="zh-TW" altLang="en-US" dirty="0"/>
              <a:t>大語言模型應用在遊戲上面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01199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不是學過就忘，只為了應付考試的科目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6412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怎麼和他人有效率的溝通，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7160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0A6A1F-34BD-450C-86DC-8C9D63E214C0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3237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ABF877-2310-1064-7DFB-5D7C0ACA5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860EA99-FF92-8991-E184-73FE51C09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E724ABB-9532-3E73-81A4-8B0ED4699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71345F-D174-252E-ABCE-B6DA41CBA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2B7D38-F344-E7E7-0518-E3BF4AA2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2773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BD2C89-31D7-0600-1B30-471DB60E2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665056-DF22-784B-8CC1-54146C6652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7F6EACF-F778-3C19-86C6-1E1C47D53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C75FBEF-24EF-B8AB-158F-3B87FD0DC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6582B6-2BA0-01CA-3778-A61C88AB3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1937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CA2524-0DBB-A0FB-5E62-3263CC306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E6005A6-4681-BF8C-0F45-9BB504356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A64518-6834-8824-E430-6EFF6FC14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63FA325-D43C-449E-ECA2-F8785AD65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58639F-646C-6AE4-96B0-4A23BEE8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55508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F6DE5F-42A6-01C6-F57B-9FB6BE9CE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A70AC6-17FB-1BF1-73EE-551B6FCDD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43B8CA3-B31C-5E71-FF73-09E99B568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2CF0099-BB4A-B9ED-1EB7-57E93B6E5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B3456C5-EECF-6BD0-3F82-8AB2BC504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E25A8B7C-47FC-238D-B578-1583E89CD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4285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C97FBD-3DF8-9364-E4AF-08A438AA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390C4A-9057-D648-E32E-9EBECBBA0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F6C3C7-7DF7-5924-824F-FAB7A935A2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521D8DD-7C2D-AFF5-7DBD-F6E9DCF7FE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C97AB0F-2F7A-1C43-3D0F-33194D8356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9365889-DB44-CFCA-BE59-407B81844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F43D3E6-FD59-ED13-8BF6-1F539CFAE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C69A9D6-179F-E3A6-7880-90ACBD289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795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1D28E0-0C8C-AA6E-8132-E897A38CB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0A42888-6060-E215-169D-702BB70A7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B301E0C-605A-8ED1-AADA-A4131081A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36EE7FA-7537-CC73-5DD0-DA8156611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32269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795F978-0313-BC7F-8D7F-EF6094B0F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9357B9-B990-86B6-F2BF-45D644F25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7AB88DE-352E-654C-3E8D-3DB1A552E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6138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BBA89B-8E38-A506-E0F2-A4F7FAFA86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D57570-EBFD-42C4-61CD-E07D84F79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B08F63-CADB-0497-EEC7-911272154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C5AA31-2047-74AA-39E3-8AA0BAE0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0F1AE7-DFD3-58D1-88DE-F1BF6248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FCC8973-3888-3B76-7604-C9C8B66D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1261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79D4F2-C352-4E19-106D-0E235729D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D478C5E-4FFB-8950-A57C-2271A9CB2B0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9D27DE5-E2D5-502B-11A6-DA81476781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4782F47-C7B8-E306-EDFC-E2E93CABC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9B042D-B153-03D2-D4FC-28CFEB900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7584CF1-C87F-4FB4-AD9A-7CB663ED0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18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989341-9A99-4342-C5C9-0DEA5846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814A016-ADA1-3A97-DE51-0F006BE5EC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F577DD2-6BC0-8B3A-B52D-CA6EDCD7D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E3398C-60E9-7E65-8EE0-51B593A81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9BBE356-A7CE-C4A3-A7D5-F2AA1D5D7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076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32AB05D6-FA7E-1892-11C0-3DE93A576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4365E64-FC51-8B38-B1E3-AC0F5A1583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5934D4-21A0-2179-1E69-B16C8C7B4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9FE22EC-1D2A-DF0F-0332-DF28B4021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A6234F-0DC9-105F-4B72-5434F10C6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0668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F7BF7A5E-C10B-A842-EED6-D8E5C2D3D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D2F587D-5159-0B54-A73F-CE3EECB7FA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A6C8A9-EC28-786D-5B39-9B4E2C0B5B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B498F7-8459-41A8-A1B5-74DED2ED6CE8}" type="datetimeFigureOut">
              <a:rPr lang="zh-TW" altLang="en-US" smtClean="0"/>
              <a:t>2023/12/1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63B950-DD9A-3B15-866F-AF75BAF898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2024038-4EB9-2A08-7791-6B095D600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45330-FC44-42B4-9E1C-7449F07E538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040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BAE80CA-530D-5C6A-039F-0FF0EC82957C}"/>
              </a:ext>
            </a:extLst>
          </p:cNvPr>
          <p:cNvSpPr txBox="1"/>
          <p:nvPr/>
        </p:nvSpPr>
        <p:spPr>
          <a:xfrm>
            <a:off x="4906919" y="2987418"/>
            <a:ext cx="23781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6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採訪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9761228-DEAC-D159-3044-7234CC65555E}"/>
              </a:ext>
            </a:extLst>
          </p:cNvPr>
          <p:cNvSpPr txBox="1"/>
          <p:nvPr/>
        </p:nvSpPr>
        <p:spPr>
          <a:xfrm>
            <a:off x="3531972" y="4003081"/>
            <a:ext cx="512805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S1154041</a:t>
            </a:r>
          </a:p>
          <a:p>
            <a:pPr algn="ctr"/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資工二</a:t>
            </a:r>
            <a:r>
              <a:rPr lang="en-US" altLang="zh-TW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:</a:t>
            </a:r>
            <a:r>
              <a:rPr lang="zh-TW" altLang="en-US" sz="2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邱立宇</a:t>
            </a:r>
          </a:p>
        </p:txBody>
      </p:sp>
    </p:spTree>
    <p:extLst>
      <p:ext uri="{BB962C8B-B14F-4D97-AF65-F5344CB8AC3E}">
        <p14:creationId xmlns:p14="http://schemas.microsoft.com/office/powerpoint/2010/main" val="3424566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字方塊 4">
            <a:extLst>
              <a:ext uri="{FF2B5EF4-FFF2-40B4-BE49-F238E27FC236}">
                <a16:creationId xmlns:a16="http://schemas.microsoft.com/office/drawing/2014/main" id="{0BAE80CA-530D-5C6A-039F-0FF0EC82957C}"/>
              </a:ext>
            </a:extLst>
          </p:cNvPr>
          <p:cNvSpPr txBox="1"/>
          <p:nvPr/>
        </p:nvSpPr>
        <p:spPr>
          <a:xfrm>
            <a:off x="713602" y="3212123"/>
            <a:ext cx="113342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簡單介紹一下你自己 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姓名、職業、工作經驗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…) 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81127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BB37A88-36E6-8B6E-1044-6456D6D63B4F}"/>
              </a:ext>
            </a:extLst>
          </p:cNvPr>
          <p:cNvSpPr txBox="1"/>
          <p:nvPr/>
        </p:nvSpPr>
        <p:spPr>
          <a:xfrm>
            <a:off x="713602" y="3175053"/>
            <a:ext cx="113342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這個行業最吸引你的地方是甚麼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647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FA407055-C5F0-EDC5-9E88-D3F053E8B487}"/>
              </a:ext>
            </a:extLst>
          </p:cNvPr>
          <p:cNvSpPr txBox="1"/>
          <p:nvPr/>
        </p:nvSpPr>
        <p:spPr>
          <a:xfrm>
            <a:off x="713602" y="3175053"/>
            <a:ext cx="113342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行業的內容是甚麼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 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主要的特色是甚麼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648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9405F65-54AF-FCD6-8C5F-5D35A075C740}"/>
              </a:ext>
            </a:extLst>
          </p:cNvPr>
          <p:cNvSpPr txBox="1"/>
          <p:nvPr/>
        </p:nvSpPr>
        <p:spPr>
          <a:xfrm>
            <a:off x="-144162" y="2865328"/>
            <a:ext cx="1248032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你覺得從事這個職業或是工作需要具備什麼樣的條件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pPr algn="ctr"/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學歷、特質、興趣、能力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...)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1309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0" y="2767280"/>
            <a:ext cx="1219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請談談你在行業中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讓你感到最快樂、有趣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或是最有成就感的是甚麼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8084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550960" y="3075057"/>
            <a:ext cx="113342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那麼最辛苦、難過、最感到挫折的是甚麼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61214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2279984" y="3273578"/>
            <a:ext cx="728728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在踏入這行業後最難忘的回憶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17177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579194" y="3075057"/>
            <a:ext cx="113342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在工作過程當中學到的事情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63054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428882" y="2767280"/>
            <a:ext cx="113342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你認為這個行業未來的發展趨勢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會往哪個大方向走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615244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428882" y="3075057"/>
            <a:ext cx="1133423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目前行業內有哪些新技術或新概念是值得關注的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82715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691929" y="1843950"/>
            <a:ext cx="1133423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在進入業界後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在學校有教且真正會用到的技術有哪些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要繼續讀碩士還是就業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為甚麼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  <a:p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線性代數、電腦網路、電子學、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資料結構、計算機概論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...)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86105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855789" y="1047997"/>
            <a:ext cx="907294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遊戲有分很多的面向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從最初的製作音樂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美術、程式、故事情節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…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到正式發行後要考慮到行銷、社群經營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,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再到上線的維護、留住玩家的策略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...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一個團隊要能夠完成這些事情難上加難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你認為在團隊合作的過程當中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要怎麼做才能夠有效的溝通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有條不紊的處理好所有事情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1963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1669244" y="1994449"/>
            <a:ext cx="9072949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我找了幾個求職網站上對求職者的要求出現頻率最高就是遊戲引擎、程式語言、再來就是資料庫、一些作業系統，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如果要選兩三項樣技能在大學期間練習到精熟，你認為那些技能是重要的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46042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968523" y="612844"/>
            <a:ext cx="944060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幾個月前因緣際會下接觸到了 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Unity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照著網路上的教學一步步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做出了十分簡陋的小遊戲，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之後再試圖重現其他遊戲的內容，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雖然有所收穫，但可以明顯感到不扎實，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很多功能都是東拼西湊，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殘破不堪，學過就忘，遇到了瓶頸，</a:t>
            </a: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想問要熟練使用 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Unity </a:t>
            </a:r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這個引擎</a:t>
            </a:r>
            <a:endParaRPr lang="en-US" altLang="zh-TW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應該要怎麼去練習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99862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542716" y="3075057"/>
            <a:ext cx="111065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對於剛加入行業的新人，你有哪些職業建議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9566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tx1">
                <a:lumMod val="85000"/>
                <a:lumOff val="15000"/>
              </a:schemeClr>
            </a:gs>
            <a:gs pos="0">
              <a:schemeClr val="tx1">
                <a:lumMod val="50000"/>
                <a:lumOff val="5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D0FA004E-13B2-3F57-A7DF-FDF9892F18A5}"/>
              </a:ext>
            </a:extLst>
          </p:cNvPr>
          <p:cNvSpPr txBox="1"/>
          <p:nvPr/>
        </p:nvSpPr>
        <p:spPr>
          <a:xfrm>
            <a:off x="542716" y="3075057"/>
            <a:ext cx="111065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有甚麼話要給目前還在學的學生嗎</a:t>
            </a:r>
            <a:r>
              <a:rPr lang="en-US" altLang="zh-TW" sz="4000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?</a:t>
            </a:r>
            <a:endParaRPr lang="zh-TW" altLang="en-US" sz="4000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98187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542</Words>
  <Application>Microsoft Office PowerPoint</Application>
  <PresentationFormat>寬螢幕</PresentationFormat>
  <Paragraphs>64</Paragraphs>
  <Slides>17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2" baseType="lpstr">
      <vt:lpstr>微軟正黑體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jjjghu /</dc:creator>
  <cp:lastModifiedBy>jjjghu /</cp:lastModifiedBy>
  <cp:revision>3</cp:revision>
  <dcterms:created xsi:type="dcterms:W3CDTF">2023-11-25T11:13:03Z</dcterms:created>
  <dcterms:modified xsi:type="dcterms:W3CDTF">2023-12-01T14:12:18Z</dcterms:modified>
</cp:coreProperties>
</file>