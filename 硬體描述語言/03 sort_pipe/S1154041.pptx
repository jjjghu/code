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1" r:id="rId1"/>
  </p:sldMasterIdLst>
  <p:notesMasterIdLst>
    <p:notesMasterId r:id="rId7"/>
  </p:notesMasterIdLst>
  <p:handoutMasterIdLst>
    <p:handoutMasterId r:id="rId8"/>
  </p:handoutMasterIdLst>
  <p:sldIdLst>
    <p:sldId id="499" r:id="rId2"/>
    <p:sldId id="817" r:id="rId3"/>
    <p:sldId id="820" r:id="rId4"/>
    <p:sldId id="821" r:id="rId5"/>
    <p:sldId id="822" r:id="rId6"/>
  </p:sldIdLst>
  <p:sldSz cx="9144000" cy="6858000" type="screen4x3"/>
  <p:notesSz cx="9777413" cy="6646863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Tahoma" pitchFamily="34" charset="0"/>
        <a:ea typeface="新細明體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Tahoma" pitchFamily="34" charset="0"/>
        <a:ea typeface="新細明體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Tahoma" pitchFamily="34" charset="0"/>
        <a:ea typeface="新細明體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Tahoma" pitchFamily="34" charset="0"/>
        <a:ea typeface="新細明體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Tahoma" pitchFamily="34" charset="0"/>
        <a:ea typeface="新細明體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Tahoma" pitchFamily="34" charset="0"/>
        <a:ea typeface="新細明體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Tahoma" pitchFamily="34" charset="0"/>
        <a:ea typeface="新細明體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Tahoma" pitchFamily="34" charset="0"/>
        <a:ea typeface="新細明體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Tahoma" pitchFamily="34" charset="0"/>
        <a:ea typeface="新細明體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094" userDrawn="1">
          <p15:clr>
            <a:srgbClr val="A4A3A4"/>
          </p15:clr>
        </p15:guide>
        <p15:guide id="2" pos="3079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66"/>
    <a:srgbClr val="0000FF"/>
    <a:srgbClr val="006600"/>
    <a:srgbClr val="009999"/>
    <a:srgbClr val="FF6600"/>
    <a:srgbClr val="FFCCFF"/>
    <a:srgbClr val="FF99FF"/>
    <a:srgbClr val="66FF99"/>
    <a:srgbClr val="FF9900"/>
    <a:srgbClr val="DDDDDD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9770" autoAdjust="0"/>
    <p:restoredTop sz="99094" autoAdjust="0"/>
  </p:normalViewPr>
  <p:slideViewPr>
    <p:cSldViewPr>
      <p:cViewPr>
        <p:scale>
          <a:sx n="100" d="100"/>
          <a:sy n="100" d="100"/>
        </p:scale>
        <p:origin x="2602" y="122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>
      <p:cViewPr varScale="1">
        <p:scale>
          <a:sx n="72" d="100"/>
          <a:sy n="72" d="100"/>
        </p:scale>
        <p:origin x="-726" y="-102"/>
      </p:cViewPr>
      <p:guideLst>
        <p:guide orient="horz" pos="2094"/>
        <p:guide pos="3079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4236827" cy="3311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95" tIns="45698" rIns="91395" bIns="45698" numCol="1" anchor="t" anchorCtr="0" compatLnSpc="1">
            <a:prstTxWarp prst="textNoShape">
              <a:avLst/>
            </a:prstTxWarp>
          </a:bodyPr>
          <a:lstStyle>
            <a:lvl1pPr defTabSz="914646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29027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5540587" y="0"/>
            <a:ext cx="4235261" cy="3311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95" tIns="45698" rIns="91395" bIns="45698" numCol="1" anchor="t" anchorCtr="0" compatLnSpc="1">
            <a:prstTxWarp prst="textNoShape">
              <a:avLst/>
            </a:prstTxWarp>
          </a:bodyPr>
          <a:lstStyle>
            <a:lvl1pPr algn="r" defTabSz="914646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29028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1" y="6314131"/>
            <a:ext cx="4236827" cy="3311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95" tIns="45698" rIns="91395" bIns="45698" numCol="1" anchor="b" anchorCtr="0" compatLnSpc="1">
            <a:prstTxWarp prst="textNoShape">
              <a:avLst/>
            </a:prstTxWarp>
          </a:bodyPr>
          <a:lstStyle>
            <a:lvl1pPr defTabSz="914646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129029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5540587" y="6314131"/>
            <a:ext cx="4235261" cy="3311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95" tIns="45698" rIns="91395" bIns="45698" numCol="1" anchor="b" anchorCtr="0" compatLnSpc="1">
            <a:prstTxWarp prst="textNoShape">
              <a:avLst/>
            </a:prstTxWarp>
          </a:bodyPr>
          <a:lstStyle>
            <a:lvl1pPr algn="r" defTabSz="914646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fld id="{CE7E4225-0E39-449B-9FE9-1E3686815B00}" type="slidenum">
              <a:rPr lang="en-US" altLang="zh-TW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85990831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1" y="0"/>
            <a:ext cx="4236827" cy="3311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58" tIns="45680" rIns="91358" bIns="45680" numCol="1" anchor="t" anchorCtr="0" compatLnSpc="1">
            <a:prstTxWarp prst="textNoShape">
              <a:avLst/>
            </a:prstTxWarp>
          </a:bodyPr>
          <a:lstStyle>
            <a:lvl1pPr defTabSz="914646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529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5540587" y="0"/>
            <a:ext cx="4235261" cy="3311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58" tIns="45680" rIns="91358" bIns="45680" numCol="1" anchor="t" anchorCtr="0" compatLnSpc="1">
            <a:prstTxWarp prst="textNoShape">
              <a:avLst/>
            </a:prstTxWarp>
          </a:bodyPr>
          <a:lstStyle>
            <a:lvl1pPr algn="r" defTabSz="914646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3994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30563" y="498475"/>
            <a:ext cx="3322637" cy="24923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530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79776" y="3156288"/>
            <a:ext cx="7817861" cy="29914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58" tIns="45680" rIns="91358" bIns="456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 noProof="0"/>
              <a:t>按一下以編輯母片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5530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1" y="6314131"/>
            <a:ext cx="4236827" cy="3311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58" tIns="45680" rIns="91358" bIns="45680" numCol="1" anchor="b" anchorCtr="0" compatLnSpc="1">
            <a:prstTxWarp prst="textNoShape">
              <a:avLst/>
            </a:prstTxWarp>
          </a:bodyPr>
          <a:lstStyle>
            <a:lvl1pPr defTabSz="914646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endParaRPr lang="en-US" altLang="zh-TW"/>
          </a:p>
        </p:txBody>
      </p:sp>
      <p:sp>
        <p:nvSpPr>
          <p:cNvPr id="5530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540587" y="6314131"/>
            <a:ext cx="4235261" cy="3311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58" tIns="45680" rIns="91358" bIns="45680" numCol="1" anchor="b" anchorCtr="0" compatLnSpc="1">
            <a:prstTxWarp prst="textNoShape">
              <a:avLst/>
            </a:prstTxWarp>
          </a:bodyPr>
          <a:lstStyle>
            <a:lvl1pPr algn="r" defTabSz="914646">
              <a:defRPr sz="1200">
                <a:latin typeface="Arial" charset="0"/>
                <a:ea typeface="新細明體" pitchFamily="18" charset="-120"/>
              </a:defRPr>
            </a:lvl1pPr>
          </a:lstStyle>
          <a:p>
            <a:pPr>
              <a:defRPr/>
            </a:pPr>
            <a:fld id="{5783477C-868C-43C0-8915-4C5A1F3BC6E6}" type="slidenum">
              <a:rPr lang="en-US" altLang="zh-TW"/>
              <a:pPr>
                <a:defRPr/>
              </a:pPr>
              <a:t>‹#›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500826781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hyperlink" Target="http://www.ncue.edu.tw/~ncue1/logo/LOGO1-1.jpg" TargetMode="Externa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2" descr="校徽">
            <a:hlinkClick r:id="rId2"/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380288" y="287338"/>
            <a:ext cx="1511300" cy="15128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投影片編號版面配置區 1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47E46A9-EAA2-42F2-A666-77F26773B2E6}" type="slidenum">
              <a:rPr lang="en-US" altLang="zh-TW"/>
              <a:pPr>
                <a:defRPr/>
              </a:pPr>
              <a:t>‹#›</a:t>
            </a:fld>
            <a:endParaRPr lang="en-US" altLang="zh-TW" dirty="0"/>
          </a:p>
        </p:txBody>
      </p:sp>
    </p:spTree>
  </p:cSld>
  <p:clrMapOvr>
    <a:masterClrMapping/>
  </p:clrMapOvr>
  <p:hf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+mn-lt"/>
                <a:ea typeface="微軟正黑體" pitchFamily="34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32000" y="1368000"/>
            <a:ext cx="8280000" cy="5328000"/>
          </a:xfrm>
        </p:spPr>
        <p:txBody>
          <a:bodyPr/>
          <a:lstStyle>
            <a:lvl1pPr>
              <a:buSzPct val="80000"/>
              <a:defRPr>
                <a:latin typeface="+mn-lt"/>
                <a:ea typeface="微軟正黑體" pitchFamily="34" charset="-120"/>
              </a:defRPr>
            </a:lvl1pPr>
            <a:lvl2pPr>
              <a:buSzPct val="80000"/>
              <a:defRPr>
                <a:latin typeface="+mn-lt"/>
                <a:ea typeface="微軟正黑體" pitchFamily="34" charset="-120"/>
              </a:defRPr>
            </a:lvl2pPr>
            <a:lvl3pPr>
              <a:buSzPct val="80000"/>
              <a:defRPr>
                <a:latin typeface="+mn-lt"/>
                <a:ea typeface="微軟正黑體" pitchFamily="34" charset="-120"/>
              </a:defRPr>
            </a:lvl3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4" name="Rectangle 14"/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A6739E1-4F7D-4A52-BD40-FD1F0A58EA9D}" type="slidenum">
              <a:rPr lang="en-US" altLang="zh-TW"/>
              <a:pPr>
                <a:defRPr/>
              </a:pPr>
              <a:t>‹#›</a:t>
            </a:fld>
            <a:endParaRPr lang="en-US" altLang="zh-TW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3049" name="Rectangle 9"/>
          <p:cNvSpPr>
            <a:spLocks noChangeArrowheads="1"/>
          </p:cNvSpPr>
          <p:nvPr/>
        </p:nvSpPr>
        <p:spPr bwMode="gray">
          <a:xfrm>
            <a:off x="431800" y="1152525"/>
            <a:ext cx="8280400" cy="31750"/>
          </a:xfrm>
          <a:prstGeom prst="rect">
            <a:avLst/>
          </a:prstGeom>
          <a:solidFill>
            <a:schemeClr val="tx1">
              <a:lumMod val="85000"/>
              <a:lumOff val="15000"/>
            </a:schemeClr>
          </a:solidFill>
          <a:ln w="28575">
            <a:solidFill>
              <a:schemeClr val="tx1">
                <a:lumMod val="75000"/>
                <a:lumOff val="25000"/>
              </a:schemeClr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>
              <a:defRPr/>
            </a:pPr>
            <a:endParaRPr lang="zh-TW" altLang="zh-TW" sz="2400">
              <a:ea typeface="新細明體" pitchFamily="18" charset="-120"/>
            </a:endParaRPr>
          </a:p>
        </p:txBody>
      </p:sp>
      <p:sp>
        <p:nvSpPr>
          <p:cNvPr id="14339" name="Rectangle 10"/>
          <p:cNvSpPr>
            <a:spLocks noGrp="1" noChangeArrowheads="1"/>
          </p:cNvSpPr>
          <p:nvPr>
            <p:ph type="title"/>
          </p:nvPr>
        </p:nvSpPr>
        <p:spPr bwMode="auto">
          <a:xfrm>
            <a:off x="431800" y="107950"/>
            <a:ext cx="8280400" cy="1008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4340" name="Rectangle 11"/>
          <p:cNvSpPr>
            <a:spLocks noGrp="1" noChangeArrowheads="1"/>
          </p:cNvSpPr>
          <p:nvPr>
            <p:ph type="body" idx="1"/>
          </p:nvPr>
        </p:nvSpPr>
        <p:spPr bwMode="auto">
          <a:xfrm>
            <a:off x="431800" y="1368425"/>
            <a:ext cx="8280400" cy="53276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</p:txBody>
      </p:sp>
      <p:sp>
        <p:nvSpPr>
          <p:cNvPr id="1623054" name="Rectangle 1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72338" y="6408738"/>
            <a:ext cx="1800225" cy="3603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0" sz="1400">
                <a:latin typeface="+mn-lt"/>
                <a:ea typeface="新細明體" pitchFamily="18" charset="-120"/>
              </a:defRPr>
            </a:lvl1pPr>
          </a:lstStyle>
          <a:p>
            <a:pPr>
              <a:defRPr/>
            </a:pPr>
            <a:fld id="{F5B522CD-1265-442D-B95B-E5D0EB5D6696}" type="slidenum">
              <a:rPr lang="en-US" altLang="zh-TW"/>
              <a:pPr>
                <a:defRPr/>
              </a:pPr>
              <a:t>‹#›</a:t>
            </a:fld>
            <a:endParaRPr lang="en-US" altLang="zh-TW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08" r:id="rId2"/>
  </p:sldLayoutIdLst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rgbClr val="0000CC"/>
          </a:solidFill>
          <a:latin typeface="+mn-lt"/>
          <a:ea typeface="微軟正黑體" pitchFamily="34" charset="-120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rgbClr val="0000CC"/>
          </a:solidFill>
          <a:latin typeface="Arial" charset="0"/>
          <a:ea typeface="微軟正黑體" pitchFamily="34" charset="-12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rgbClr val="0000CC"/>
          </a:solidFill>
          <a:latin typeface="Arial" charset="0"/>
          <a:ea typeface="微軟正黑體" pitchFamily="34" charset="-12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rgbClr val="0000CC"/>
          </a:solidFill>
          <a:latin typeface="Arial" charset="0"/>
          <a:ea typeface="微軟正黑體" pitchFamily="34" charset="-12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3200" b="1">
          <a:solidFill>
            <a:srgbClr val="0000CC"/>
          </a:solidFill>
          <a:latin typeface="Arial" charset="0"/>
          <a:ea typeface="微軟正黑體" pitchFamily="34" charset="-12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rgbClr val="0000CC"/>
          </a:solidFill>
          <a:latin typeface="Arial" charset="0"/>
          <a:ea typeface="標楷體" pitchFamily="65" charset="-12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rgbClr val="0000CC"/>
          </a:solidFill>
          <a:latin typeface="Arial" charset="0"/>
          <a:ea typeface="標楷體" pitchFamily="65" charset="-12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rgbClr val="0000CC"/>
          </a:solidFill>
          <a:latin typeface="Arial" charset="0"/>
          <a:ea typeface="標楷體" pitchFamily="65" charset="-12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kumimoji="1" sz="3200" b="1">
          <a:solidFill>
            <a:srgbClr val="0000CC"/>
          </a:solidFill>
          <a:latin typeface="Arial" charset="0"/>
          <a:ea typeface="標楷體" pitchFamily="65" charset="-120"/>
        </a:defRPr>
      </a:lvl9pPr>
    </p:titleStyle>
    <p:bodyStyle>
      <a:lvl1pPr marL="342900" indent="-342900" algn="l" rtl="0" eaLnBrk="0" fontAlgn="base" hangingPunct="0">
        <a:lnSpc>
          <a:spcPct val="120000"/>
        </a:lnSpc>
        <a:spcBef>
          <a:spcPts val="600"/>
        </a:spcBef>
        <a:spcAft>
          <a:spcPct val="0"/>
        </a:spcAft>
        <a:buClr>
          <a:srgbClr val="FF6600"/>
        </a:buClr>
        <a:buSzPct val="80000"/>
        <a:buFont typeface="Wingdings" pitchFamily="2" charset="2"/>
        <a:buChar char="n"/>
        <a:defRPr kumimoji="1" sz="2400">
          <a:solidFill>
            <a:schemeClr val="tx1"/>
          </a:solidFill>
          <a:latin typeface="+mn-lt"/>
          <a:ea typeface="微軟正黑體" pitchFamily="34" charset="-120"/>
          <a:cs typeface="+mn-cs"/>
        </a:defRPr>
      </a:lvl1pPr>
      <a:lvl2pPr marL="742950" indent="-285750" algn="l" rtl="0" eaLnBrk="0" fontAlgn="base" hangingPunct="0">
        <a:lnSpc>
          <a:spcPct val="120000"/>
        </a:lnSpc>
        <a:spcBef>
          <a:spcPts val="600"/>
        </a:spcBef>
        <a:spcAft>
          <a:spcPct val="0"/>
        </a:spcAft>
        <a:buClr>
          <a:srgbClr val="006600"/>
        </a:buClr>
        <a:buSzPct val="80000"/>
        <a:buFont typeface="Wingdings" pitchFamily="2" charset="2"/>
        <a:buChar char="l"/>
        <a:defRPr kumimoji="1" sz="2200">
          <a:solidFill>
            <a:schemeClr val="tx1"/>
          </a:solidFill>
          <a:latin typeface="+mn-lt"/>
          <a:ea typeface="微軟正黑體" pitchFamily="34" charset="-120"/>
        </a:defRPr>
      </a:lvl2pPr>
      <a:lvl3pPr marL="1143000" indent="-228600" algn="l" rtl="0" eaLnBrk="0" fontAlgn="base" hangingPunct="0">
        <a:lnSpc>
          <a:spcPct val="120000"/>
        </a:lnSpc>
        <a:spcBef>
          <a:spcPts val="600"/>
        </a:spcBef>
        <a:spcAft>
          <a:spcPct val="0"/>
        </a:spcAft>
        <a:buClr>
          <a:srgbClr val="7030A0"/>
        </a:buClr>
        <a:buSzPct val="80000"/>
        <a:buFont typeface="Arial" charset="0"/>
        <a:buChar char="−"/>
        <a:defRPr kumimoji="1" sz="2000">
          <a:solidFill>
            <a:schemeClr val="tx1"/>
          </a:solidFill>
          <a:latin typeface="+mn-lt"/>
          <a:ea typeface="微軟正黑體" pitchFamily="34" charset="-120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itchFamily="2" charset="2"/>
        <a:buChar char="n"/>
        <a:defRPr kumimoji="1" sz="2000">
          <a:solidFill>
            <a:schemeClr val="tx1"/>
          </a:solidFill>
          <a:latin typeface="Tahoma" pitchFamily="34" charset="0"/>
          <a:ea typeface="新細明體" pitchFamily="18" charset="-120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Tahoma" pitchFamily="34" charset="0"/>
          <a:ea typeface="新細明體" pitchFamily="18" charset="-120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Tahoma" pitchFamily="34" charset="0"/>
          <a:ea typeface="新細明體" pitchFamily="18" charset="-120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Tahoma" pitchFamily="34" charset="0"/>
          <a:ea typeface="新細明體" pitchFamily="18" charset="-120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Tahoma" pitchFamily="34" charset="0"/>
          <a:ea typeface="新細明體" pitchFamily="18" charset="-120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itchFamily="2" charset="2"/>
        <a:buChar char="n"/>
        <a:defRPr kumimoji="1" sz="2000">
          <a:solidFill>
            <a:schemeClr val="tx1"/>
          </a:solidFill>
          <a:latin typeface="Tahoma" pitchFamily="34" charset="0"/>
          <a:ea typeface="新細明體" pitchFamily="18" charset="-120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標題 3"/>
          <p:cNvSpPr txBox="1">
            <a:spLocks/>
          </p:cNvSpPr>
          <p:nvPr/>
        </p:nvSpPr>
        <p:spPr bwMode="auto">
          <a:xfrm>
            <a:off x="792163" y="647700"/>
            <a:ext cx="7199312" cy="56616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/>
          <a:lstStyle/>
          <a:p>
            <a:pPr>
              <a:spcBef>
                <a:spcPts val="600"/>
              </a:spcBef>
              <a:defRPr/>
            </a:pPr>
            <a:r>
              <a:rPr lang="zh-TW" altLang="en-US" sz="2800" b="1" u="sng" dirty="0">
                <a:solidFill>
                  <a:srgbClr val="0070C0"/>
                </a:solidFill>
                <a:latin typeface="微軟正黑體" pitchFamily="34" charset="-120"/>
                <a:ea typeface="微軟正黑體" pitchFamily="34" charset="-120"/>
              </a:rPr>
              <a:t>硬體描述語言</a:t>
            </a:r>
            <a:endParaRPr lang="en-US" altLang="zh-TW" sz="2800" b="1" u="sng" dirty="0">
              <a:solidFill>
                <a:srgbClr val="0070C0"/>
              </a:solidFill>
              <a:latin typeface="微軟正黑體" pitchFamily="34" charset="-120"/>
              <a:ea typeface="微軟正黑體" pitchFamily="34" charset="-120"/>
            </a:endParaRPr>
          </a:p>
          <a:p>
            <a:pPr>
              <a:spcBef>
                <a:spcPts val="600"/>
              </a:spcBef>
              <a:defRPr/>
            </a:pPr>
            <a:br>
              <a:rPr lang="en-US" altLang="zh-TW" sz="2800" b="1" u="sng" kern="0" dirty="0">
                <a:solidFill>
                  <a:srgbClr val="0070C0"/>
                </a:solidFill>
                <a:latin typeface="微軟正黑體" pitchFamily="34" charset="-120"/>
                <a:ea typeface="微軟正黑體" pitchFamily="34" charset="-120"/>
                <a:cs typeface="+mj-cs"/>
              </a:rPr>
            </a:br>
            <a:r>
              <a:rPr lang="en-US" altLang="zh-TW" sz="4000" b="1" u="sng" dirty="0">
                <a:solidFill>
                  <a:srgbClr val="0070C0"/>
                </a:solidFill>
                <a:latin typeface="微軟正黑體" pitchFamily="34" charset="-120"/>
                <a:ea typeface="新細明體" pitchFamily="18" charset="-120"/>
              </a:rPr>
              <a:t> </a:t>
            </a:r>
            <a:endParaRPr lang="en-US" altLang="zh-TW" sz="4000" b="1" dirty="0">
              <a:solidFill>
                <a:srgbClr val="0070C0"/>
              </a:solidFill>
              <a:latin typeface="微軟正黑體" pitchFamily="34" charset="-120"/>
              <a:ea typeface="新細明體" pitchFamily="18" charset="-120"/>
            </a:endParaRPr>
          </a:p>
          <a:p>
            <a:pPr algn="ctr">
              <a:defRPr/>
            </a:pPr>
            <a:r>
              <a:rPr lang="en-US" altLang="zh-TW" sz="3600" b="1" dirty="0">
                <a:solidFill>
                  <a:srgbClr val="0070C0"/>
                </a:solidFill>
                <a:latin typeface="微軟正黑體" pitchFamily="34" charset="-120"/>
                <a:ea typeface="微軟正黑體" pitchFamily="34" charset="-120"/>
              </a:rPr>
              <a:t>Homework 03</a:t>
            </a:r>
          </a:p>
          <a:p>
            <a:pPr algn="ctr">
              <a:defRPr/>
            </a:pPr>
            <a:endParaRPr lang="en-US" altLang="zh-TW" sz="3600" b="1" dirty="0">
              <a:solidFill>
                <a:srgbClr val="0070C0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defRPr/>
            </a:pPr>
            <a:endParaRPr lang="en-US" altLang="zh-TW" sz="3600" b="1" dirty="0">
              <a:solidFill>
                <a:srgbClr val="0070C0"/>
              </a:solidFill>
              <a:latin typeface="微軟正黑體" pitchFamily="34" charset="-120"/>
              <a:ea typeface="微軟正黑體" pitchFamily="34" charset="-120"/>
            </a:endParaRPr>
          </a:p>
          <a:p>
            <a:pPr marL="1795463">
              <a:spcBef>
                <a:spcPts val="600"/>
              </a:spcBef>
              <a:defRPr/>
            </a:pPr>
            <a:r>
              <a:rPr lang="zh-TW" altLang="en-US" sz="2800" b="1" kern="0" dirty="0">
                <a:latin typeface="微軟正黑體" pitchFamily="34" charset="-120"/>
                <a:ea typeface="微軟正黑體" pitchFamily="34" charset="-120"/>
              </a:rPr>
              <a:t>班級：資工二</a:t>
            </a:r>
            <a:endParaRPr lang="en-US" altLang="zh-TW" sz="2800" b="1" kern="0" dirty="0">
              <a:latin typeface="微軟正黑體" pitchFamily="34" charset="-120"/>
              <a:ea typeface="微軟正黑體" pitchFamily="34" charset="-120"/>
            </a:endParaRPr>
          </a:p>
          <a:p>
            <a:pPr marL="1795463">
              <a:spcBef>
                <a:spcPts val="600"/>
              </a:spcBef>
              <a:defRPr/>
            </a:pPr>
            <a:r>
              <a:rPr lang="zh-TW" altLang="en-US" sz="2800" b="1" kern="0" dirty="0">
                <a:latin typeface="微軟正黑體" pitchFamily="34" charset="-120"/>
                <a:ea typeface="微軟正黑體" pitchFamily="34" charset="-120"/>
              </a:rPr>
              <a:t>學號：</a:t>
            </a:r>
            <a:r>
              <a:rPr lang="en-US" altLang="zh-TW" sz="2800" b="1" kern="0" dirty="0">
                <a:latin typeface="微軟正黑體" pitchFamily="34" charset="-120"/>
                <a:ea typeface="微軟正黑體" pitchFamily="34" charset="-120"/>
              </a:rPr>
              <a:t>S1154041	</a:t>
            </a:r>
          </a:p>
          <a:p>
            <a:pPr marL="1795463">
              <a:spcBef>
                <a:spcPts val="600"/>
              </a:spcBef>
              <a:defRPr/>
            </a:pPr>
            <a:r>
              <a:rPr lang="zh-TW" altLang="en-US" sz="2800" b="1" kern="0" dirty="0">
                <a:latin typeface="微軟正黑體" pitchFamily="34" charset="-120"/>
                <a:ea typeface="微軟正黑體" pitchFamily="34" charset="-120"/>
              </a:rPr>
              <a:t>姓名：邱立宇</a:t>
            </a:r>
            <a:endParaRPr lang="en-US" altLang="zh-TW" sz="2800" b="1" kern="0" dirty="0">
              <a:latin typeface="微軟正黑體" pitchFamily="34" charset="-120"/>
              <a:ea typeface="微軟正黑體" pitchFamily="34" charset="-120"/>
            </a:endParaRPr>
          </a:p>
          <a:p>
            <a:pPr marL="1795463">
              <a:spcBef>
                <a:spcPts val="600"/>
              </a:spcBef>
              <a:defRPr/>
            </a:pPr>
            <a:r>
              <a:rPr lang="zh-TW" altLang="en-US" sz="2800" b="1" kern="0" dirty="0">
                <a:latin typeface="微軟正黑體" pitchFamily="34" charset="-120"/>
                <a:ea typeface="微軟正黑體" pitchFamily="34" charset="-120"/>
              </a:rPr>
              <a:t>日期：</a:t>
            </a:r>
            <a:r>
              <a:rPr lang="en-US" altLang="zh-TW" sz="2800" b="1" kern="0" dirty="0">
                <a:latin typeface="微軟正黑體" pitchFamily="34" charset="-120"/>
                <a:ea typeface="微軟正黑體" pitchFamily="34" charset="-120"/>
              </a:rPr>
              <a:t>2023/12/21</a:t>
            </a:r>
          </a:p>
          <a:p>
            <a:pPr algn="ctr">
              <a:defRPr/>
            </a:pPr>
            <a:endParaRPr lang="zh-TW" altLang="en-US" sz="3600" b="1" dirty="0">
              <a:solidFill>
                <a:srgbClr val="0070C0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defRPr/>
            </a:pPr>
            <a:endParaRPr lang="zh-TW" altLang="en-US" sz="3600" b="1" dirty="0">
              <a:solidFill>
                <a:srgbClr val="0070C0"/>
              </a:solidFill>
              <a:latin typeface="微軟正黑體" pitchFamily="34" charset="-120"/>
              <a:ea typeface="微軟正黑體" pitchFamily="34" charset="-120"/>
            </a:endParaRPr>
          </a:p>
          <a:p>
            <a:pPr algn="ctr">
              <a:spcBef>
                <a:spcPts val="600"/>
              </a:spcBef>
              <a:defRPr/>
            </a:pPr>
            <a:endParaRPr lang="zh-TW" altLang="en-US" sz="3400" b="1" kern="0" dirty="0">
              <a:solidFill>
                <a:srgbClr val="0070C0"/>
              </a:solidFill>
              <a:latin typeface="微軟正黑體" pitchFamily="34" charset="-120"/>
              <a:ea typeface="微軟正黑體" pitchFamily="34" charset="-120"/>
              <a:cs typeface="+mj-cs"/>
            </a:endParaRPr>
          </a:p>
          <a:p>
            <a:pPr algn="ctr">
              <a:spcBef>
                <a:spcPts val="600"/>
              </a:spcBef>
              <a:defRPr/>
            </a:pPr>
            <a:endParaRPr lang="en-US" altLang="zh-TW" sz="3200" b="1" kern="0" dirty="0">
              <a:solidFill>
                <a:srgbClr val="0070C0"/>
              </a:solidFill>
              <a:latin typeface="微軟正黑體" pitchFamily="34" charset="-120"/>
              <a:ea typeface="微軟正黑體" pitchFamily="34" charset="-120"/>
              <a:cs typeface="+mj-cs"/>
            </a:endParaRPr>
          </a:p>
          <a:p>
            <a:pPr algn="ctr">
              <a:spcBef>
                <a:spcPts val="600"/>
              </a:spcBef>
              <a:defRPr/>
            </a:pPr>
            <a:endParaRPr lang="zh-TW" altLang="en-US" sz="3200" b="1" kern="0" dirty="0">
              <a:solidFill>
                <a:srgbClr val="0070C0"/>
              </a:solidFill>
              <a:latin typeface="微軟正黑體" pitchFamily="34" charset="-120"/>
              <a:ea typeface="微軟正黑體" pitchFamily="34" charset="-120"/>
              <a:cs typeface="+mj-c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FF215486-AD4C-62D4-7633-C1542CE0ADE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1800" y="1340446"/>
            <a:ext cx="5497088" cy="5187218"/>
          </a:xfrm>
          <a:prstGeom prst="rect">
            <a:avLst/>
          </a:prstGeom>
        </p:spPr>
      </p:pic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作業</a:t>
            </a:r>
            <a:br>
              <a:rPr lang="en-US" altLang="zh-TW" dirty="0"/>
            </a:br>
            <a:r>
              <a:rPr lang="en-US" altLang="zh-TW" dirty="0"/>
              <a:t>Verilog Code (sort4_pipe.v)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6739E1-4F7D-4A52-BD40-FD1F0A58EA9D}" type="slidenum">
              <a:rPr lang="en-US" altLang="zh-TW" smtClean="0"/>
              <a:pPr>
                <a:defRPr/>
              </a:pPr>
              <a:t>2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41275395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作業</a:t>
            </a:r>
            <a:br>
              <a:rPr lang="en-US" altLang="zh-TW" dirty="0"/>
            </a:br>
            <a:r>
              <a:rPr lang="en-US" altLang="zh-TW" dirty="0"/>
              <a:t>Verilog Code (sort4_pipel_tb.v)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6739E1-4F7D-4A52-BD40-FD1F0A58EA9D}" type="slidenum">
              <a:rPr lang="en-US" altLang="zh-TW" smtClean="0"/>
              <a:pPr>
                <a:defRPr/>
              </a:pPr>
              <a:t>3</a:t>
            </a:fld>
            <a:endParaRPr lang="en-US" altLang="zh-TW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1E32BF2A-F4E1-4150-EC6C-65806D37C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2379" y="1271189"/>
            <a:ext cx="7605419" cy="5464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011968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作業</a:t>
            </a:r>
            <a:br>
              <a:rPr lang="en-US" altLang="zh-TW" dirty="0"/>
            </a:br>
            <a:r>
              <a:rPr lang="en-US" altLang="zh-TW" dirty="0"/>
              <a:t>Text Message Output</a:t>
            </a:r>
            <a:endParaRPr lang="zh-TW" altLang="en-US" dirty="0"/>
          </a:p>
        </p:txBody>
      </p:sp>
      <p:pic>
        <p:nvPicPr>
          <p:cNvPr id="6" name="內容版面配置區 5">
            <a:extLst>
              <a:ext uri="{FF2B5EF4-FFF2-40B4-BE49-F238E27FC236}">
                <a16:creationId xmlns:a16="http://schemas.microsoft.com/office/drawing/2014/main" id="{2FC7808E-13F2-9A77-C03C-CDC4A048461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67544" y="1412776"/>
            <a:ext cx="7409067" cy="5112568"/>
          </a:xfrm>
        </p:spPr>
      </p:pic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6739E1-4F7D-4A52-BD40-FD1F0A58EA9D}" type="slidenum">
              <a:rPr lang="en-US" altLang="zh-TW" smtClean="0"/>
              <a:pPr>
                <a:defRPr/>
              </a:pPr>
              <a:t>4</a:t>
            </a:fld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215752441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作業</a:t>
            </a:r>
            <a:br>
              <a:rPr lang="en-US" altLang="zh-TW" dirty="0"/>
            </a:br>
            <a:r>
              <a:rPr lang="en-US" altLang="zh-TW" dirty="0"/>
              <a:t>Simulation Waveform</a:t>
            </a:r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CA6739E1-4F7D-4A52-BD40-FD1F0A58EA9D}" type="slidenum">
              <a:rPr lang="en-US" altLang="zh-TW" smtClean="0"/>
              <a:pPr>
                <a:defRPr/>
              </a:pPr>
              <a:t>5</a:t>
            </a:fld>
            <a:endParaRPr lang="en-US" altLang="zh-TW" dirty="0"/>
          </a:p>
        </p:txBody>
      </p:sp>
      <p:pic>
        <p:nvPicPr>
          <p:cNvPr id="10" name="圖片 9">
            <a:extLst>
              <a:ext uri="{FF2B5EF4-FFF2-40B4-BE49-F238E27FC236}">
                <a16:creationId xmlns:a16="http://schemas.microsoft.com/office/drawing/2014/main" id="{FCDA3005-EE8C-A9B0-B578-FBA7F289A8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373923"/>
            <a:ext cx="9144000" cy="21101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58601749"/>
      </p:ext>
    </p:extLst>
  </p:cSld>
  <p:clrMapOvr>
    <a:masterClrMapping/>
  </p:clrMapOvr>
</p:sld>
</file>

<file path=ppt/theme/theme1.xml><?xml version="1.0" encoding="utf-8"?>
<a:theme xmlns:a="http://schemas.openxmlformats.org/drawingml/2006/main" name="2_rdchen_template">
  <a:themeElements>
    <a:clrScheme name="2_rdchen_template 3">
      <a:dk1>
        <a:srgbClr val="000000"/>
      </a:dk1>
      <a:lt1>
        <a:srgbClr val="FFFFFF"/>
      </a:lt1>
      <a:dk2>
        <a:srgbClr val="333399"/>
      </a:dk2>
      <a:lt2>
        <a:srgbClr val="1C1C1C"/>
      </a:lt2>
      <a:accent1>
        <a:srgbClr val="00E4A8"/>
      </a:accent1>
      <a:accent2>
        <a:srgbClr val="FFCF01"/>
      </a:accent2>
      <a:accent3>
        <a:srgbClr val="FFFFFF"/>
      </a:accent3>
      <a:accent4>
        <a:srgbClr val="000000"/>
      </a:accent4>
      <a:accent5>
        <a:srgbClr val="AAEFD1"/>
      </a:accent5>
      <a:accent6>
        <a:srgbClr val="E7BB01"/>
      </a:accent6>
      <a:hlink>
        <a:srgbClr val="FF0000"/>
      </a:hlink>
      <a:folHlink>
        <a:srgbClr val="3333CC"/>
      </a:folHlink>
    </a:clrScheme>
    <a:fontScheme name="2_rdchen_template">
      <a:majorFont>
        <a:latin typeface="Arial"/>
        <a:ea typeface="標楷體"/>
        <a:cs typeface=""/>
      </a:majorFont>
      <a:minorFont>
        <a:latin typeface="Arial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2_rdchen_template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rdchen_template 2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2_rdchen_template 3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rdchen_template 4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rdchen_template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2_rdchen_template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dig_lab_11</Template>
  <TotalTime>28759</TotalTime>
  <Words>59</Words>
  <Application>Microsoft Office PowerPoint</Application>
  <PresentationFormat>如螢幕大小 (4:3)</PresentationFormat>
  <Paragraphs>20</Paragraphs>
  <Slides>5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5</vt:i4>
      </vt:variant>
    </vt:vector>
  </HeadingPairs>
  <TitlesOfParts>
    <vt:vector size="10" baseType="lpstr">
      <vt:lpstr>微軟正黑體</vt:lpstr>
      <vt:lpstr>Arial</vt:lpstr>
      <vt:lpstr>Tahoma</vt:lpstr>
      <vt:lpstr>Wingdings</vt:lpstr>
      <vt:lpstr>2_rdchen_template</vt:lpstr>
      <vt:lpstr>PowerPoint 簡報</vt:lpstr>
      <vt:lpstr>作業 Verilog Code (sort4_pipe.v)</vt:lpstr>
      <vt:lpstr>作業 Verilog Code (sort4_pipel_tb.v)</vt:lpstr>
      <vt:lpstr>作業 Text Message Output</vt:lpstr>
      <vt:lpstr>作業 Simulation Waveform</vt:lpstr>
    </vt:vector>
  </TitlesOfParts>
  <Company>ncue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rdchen</dc:creator>
  <cp:lastModifiedBy>jjjghu /</cp:lastModifiedBy>
  <cp:revision>3887</cp:revision>
  <cp:lastPrinted>2014-02-16T15:44:29Z</cp:lastPrinted>
  <dcterms:created xsi:type="dcterms:W3CDTF">2003-02-18T03:13:54Z</dcterms:created>
  <dcterms:modified xsi:type="dcterms:W3CDTF">2023-12-15T14:57:10Z</dcterms:modified>
</cp:coreProperties>
</file>