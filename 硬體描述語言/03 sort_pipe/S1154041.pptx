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1" r:id="rId1"/>
  </p:sldMasterIdLst>
  <p:notesMasterIdLst>
    <p:notesMasterId r:id="rId7"/>
  </p:notesMasterIdLst>
  <p:handoutMasterIdLst>
    <p:handoutMasterId r:id="rId8"/>
  </p:handoutMasterIdLst>
  <p:sldIdLst>
    <p:sldId id="499" r:id="rId2"/>
    <p:sldId id="817" r:id="rId3"/>
    <p:sldId id="820" r:id="rId4"/>
    <p:sldId id="821" r:id="rId5"/>
    <p:sldId id="822" r:id="rId6"/>
  </p:sldIdLst>
  <p:sldSz cx="9144000" cy="6858000" type="screen4x3"/>
  <p:notesSz cx="9777413" cy="6646863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Tahoma" pitchFamily="34" charset="0"/>
        <a:ea typeface="新細明體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Tahoma" pitchFamily="34" charset="0"/>
        <a:ea typeface="新細明體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Tahoma" pitchFamily="34" charset="0"/>
        <a:ea typeface="新細明體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Tahoma" pitchFamily="34" charset="0"/>
        <a:ea typeface="新細明體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Tahoma" pitchFamily="34" charset="0"/>
        <a:ea typeface="新細明體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Tahoma" pitchFamily="34" charset="0"/>
        <a:ea typeface="新細明體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Tahoma" pitchFamily="34" charset="0"/>
        <a:ea typeface="新細明體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Tahoma" pitchFamily="34" charset="0"/>
        <a:ea typeface="新細明體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Tahoma" pitchFamily="34" charset="0"/>
        <a:ea typeface="新細明體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094" userDrawn="1">
          <p15:clr>
            <a:srgbClr val="A4A3A4"/>
          </p15:clr>
        </p15:guide>
        <p15:guide id="2" pos="3079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0000FF"/>
    <a:srgbClr val="006600"/>
    <a:srgbClr val="009999"/>
    <a:srgbClr val="FF6600"/>
    <a:srgbClr val="FFCCFF"/>
    <a:srgbClr val="FF99FF"/>
    <a:srgbClr val="66FF99"/>
    <a:srgbClr val="FF9900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70" autoAdjust="0"/>
    <p:restoredTop sz="99094" autoAdjust="0"/>
  </p:normalViewPr>
  <p:slideViewPr>
    <p:cSldViewPr>
      <p:cViewPr varScale="1">
        <p:scale>
          <a:sx n="152" d="100"/>
          <a:sy n="152" d="100"/>
        </p:scale>
        <p:origin x="1114" y="11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-726" y="-102"/>
      </p:cViewPr>
      <p:guideLst>
        <p:guide orient="horz" pos="2094"/>
        <p:guide pos="307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4236827" cy="3311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95" tIns="45698" rIns="91395" bIns="45698" numCol="1" anchor="t" anchorCtr="0" compatLnSpc="1">
            <a:prstTxWarp prst="textNoShape">
              <a:avLst/>
            </a:prstTxWarp>
          </a:bodyPr>
          <a:lstStyle>
            <a:lvl1pPr defTabSz="914646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2902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540587" y="0"/>
            <a:ext cx="4235261" cy="3311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95" tIns="45698" rIns="91395" bIns="45698" numCol="1" anchor="t" anchorCtr="0" compatLnSpc="1">
            <a:prstTxWarp prst="textNoShape">
              <a:avLst/>
            </a:prstTxWarp>
          </a:bodyPr>
          <a:lstStyle>
            <a:lvl1pPr algn="r" defTabSz="914646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29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6314131"/>
            <a:ext cx="4236827" cy="3311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95" tIns="45698" rIns="91395" bIns="45698" numCol="1" anchor="b" anchorCtr="0" compatLnSpc="1">
            <a:prstTxWarp prst="textNoShape">
              <a:avLst/>
            </a:prstTxWarp>
          </a:bodyPr>
          <a:lstStyle>
            <a:lvl1pPr defTabSz="914646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29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540587" y="6314131"/>
            <a:ext cx="4235261" cy="3311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95" tIns="45698" rIns="91395" bIns="45698" numCol="1" anchor="b" anchorCtr="0" compatLnSpc="1">
            <a:prstTxWarp prst="textNoShape">
              <a:avLst/>
            </a:prstTxWarp>
          </a:bodyPr>
          <a:lstStyle>
            <a:lvl1pPr algn="r" defTabSz="914646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fld id="{CE7E4225-0E39-449B-9FE9-1E3686815B00}" type="slidenum">
              <a:rPr lang="en-US" altLang="zh-TW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8599083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4236827" cy="3311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58" tIns="45680" rIns="91358" bIns="45680" numCol="1" anchor="t" anchorCtr="0" compatLnSpc="1">
            <a:prstTxWarp prst="textNoShape">
              <a:avLst/>
            </a:prstTxWarp>
          </a:bodyPr>
          <a:lstStyle>
            <a:lvl1pPr defTabSz="914646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52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540587" y="0"/>
            <a:ext cx="4235261" cy="3311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58" tIns="45680" rIns="91358" bIns="45680" numCol="1" anchor="t" anchorCtr="0" compatLnSpc="1">
            <a:prstTxWarp prst="textNoShape">
              <a:avLst/>
            </a:prstTxWarp>
          </a:bodyPr>
          <a:lstStyle>
            <a:lvl1pPr algn="r" defTabSz="914646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0563" y="498475"/>
            <a:ext cx="3322637" cy="24923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53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9776" y="3156288"/>
            <a:ext cx="7817861" cy="29914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58" tIns="45680" rIns="91358" bIns="456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noProof="0"/>
              <a:t>按一下以編輯母片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553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6314131"/>
            <a:ext cx="4236827" cy="3311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58" tIns="45680" rIns="91358" bIns="45680" numCol="1" anchor="b" anchorCtr="0" compatLnSpc="1">
            <a:prstTxWarp prst="textNoShape">
              <a:avLst/>
            </a:prstTxWarp>
          </a:bodyPr>
          <a:lstStyle>
            <a:lvl1pPr defTabSz="914646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53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540587" y="6314131"/>
            <a:ext cx="4235261" cy="3311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58" tIns="45680" rIns="91358" bIns="45680" numCol="1" anchor="b" anchorCtr="0" compatLnSpc="1">
            <a:prstTxWarp prst="textNoShape">
              <a:avLst/>
            </a:prstTxWarp>
          </a:bodyPr>
          <a:lstStyle>
            <a:lvl1pPr algn="r" defTabSz="914646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fld id="{5783477C-868C-43C0-8915-4C5A1F3BC6E6}" type="slidenum">
              <a:rPr lang="en-US" altLang="zh-TW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50082678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://www.ncue.edu.tw/~ncue1/logo/LOGO1-1.jpg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校徽">
            <a:hlinkClick r:id="rId2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80288" y="287338"/>
            <a:ext cx="1511300" cy="1512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投影片編號版面配置區 1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7E46A9-EAA2-42F2-A666-77F26773B2E6}" type="slidenum">
              <a:rPr lang="en-US" altLang="zh-TW"/>
              <a:pPr>
                <a:defRPr/>
              </a:pPr>
              <a:t>‹#›</a:t>
            </a:fld>
            <a:endParaRPr lang="en-US" altLang="zh-TW" dirty="0"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n-lt"/>
                <a:ea typeface="微軟正黑體" pitchFamily="34" charset="-120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32000" y="1368000"/>
            <a:ext cx="8280000" cy="5328000"/>
          </a:xfrm>
        </p:spPr>
        <p:txBody>
          <a:bodyPr/>
          <a:lstStyle>
            <a:lvl1pPr>
              <a:buSzPct val="80000"/>
              <a:defRPr>
                <a:latin typeface="+mn-lt"/>
                <a:ea typeface="微軟正黑體" pitchFamily="34" charset="-120"/>
              </a:defRPr>
            </a:lvl1pPr>
            <a:lvl2pPr>
              <a:buSzPct val="80000"/>
              <a:defRPr>
                <a:latin typeface="+mn-lt"/>
                <a:ea typeface="微軟正黑體" pitchFamily="34" charset="-120"/>
              </a:defRPr>
            </a:lvl2pPr>
            <a:lvl3pPr>
              <a:buSzPct val="80000"/>
              <a:defRPr>
                <a:latin typeface="+mn-lt"/>
                <a:ea typeface="微軟正黑體" pitchFamily="34" charset="-120"/>
              </a:defRPr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A6739E1-4F7D-4A52-BD40-FD1F0A58EA9D}" type="slidenum">
              <a:rPr lang="en-US" altLang="zh-TW"/>
              <a:pPr>
                <a:defRPr/>
              </a:pPr>
              <a:t>‹#›</a:t>
            </a:fld>
            <a:endParaRPr lang="en-US" altLang="zh-TW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049" name="Rectangle 9"/>
          <p:cNvSpPr>
            <a:spLocks noChangeArrowheads="1"/>
          </p:cNvSpPr>
          <p:nvPr/>
        </p:nvSpPr>
        <p:spPr bwMode="gray">
          <a:xfrm>
            <a:off x="431800" y="1152525"/>
            <a:ext cx="8280400" cy="3175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ea typeface="新細明體" pitchFamily="18" charset="-120"/>
            </a:endParaRPr>
          </a:p>
        </p:txBody>
      </p:sp>
      <p:sp>
        <p:nvSpPr>
          <p:cNvPr id="14339" name="Rectangle 10"/>
          <p:cNvSpPr>
            <a:spLocks noGrp="1" noChangeArrowheads="1"/>
          </p:cNvSpPr>
          <p:nvPr>
            <p:ph type="title"/>
          </p:nvPr>
        </p:nvSpPr>
        <p:spPr bwMode="auto">
          <a:xfrm>
            <a:off x="431800" y="107950"/>
            <a:ext cx="8280400" cy="1008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4340" name="Rectangle 11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1800" y="1368425"/>
            <a:ext cx="8280400" cy="532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  <p:sp>
        <p:nvSpPr>
          <p:cNvPr id="162305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272338" y="6408738"/>
            <a:ext cx="1800225" cy="3603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400">
                <a:latin typeface="+mn-lt"/>
                <a:ea typeface="新細明體" pitchFamily="18" charset="-120"/>
              </a:defRPr>
            </a:lvl1pPr>
          </a:lstStyle>
          <a:p>
            <a:pPr>
              <a:defRPr/>
            </a:pPr>
            <a:fld id="{F5B522CD-1265-442D-B95B-E5D0EB5D6696}" type="slidenum">
              <a:rPr lang="en-US" altLang="zh-TW"/>
              <a:pPr>
                <a:defRPr/>
              </a:pPr>
              <a:t>‹#›</a:t>
            </a:fld>
            <a:endParaRPr lang="en-US" altLang="zh-TW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08" r:id="rId2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0000CC"/>
          </a:solidFill>
          <a:latin typeface="+mn-lt"/>
          <a:ea typeface="微軟正黑體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0000CC"/>
          </a:solidFill>
          <a:latin typeface="Arial" charset="0"/>
          <a:ea typeface="微軟正黑體" pitchFamily="34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0000CC"/>
          </a:solidFill>
          <a:latin typeface="Arial" charset="0"/>
          <a:ea typeface="微軟正黑體" pitchFamily="34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0000CC"/>
          </a:solidFill>
          <a:latin typeface="Arial" charset="0"/>
          <a:ea typeface="微軟正黑體" pitchFamily="34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0000CC"/>
          </a:solidFill>
          <a:latin typeface="Arial" charset="0"/>
          <a:ea typeface="微軟正黑體" pitchFamily="34" charset="-12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rgbClr val="0000CC"/>
          </a:solidFill>
          <a:latin typeface="Arial" charset="0"/>
          <a:ea typeface="標楷體" pitchFamily="65" charset="-12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rgbClr val="0000CC"/>
          </a:solidFill>
          <a:latin typeface="Arial" charset="0"/>
          <a:ea typeface="標楷體" pitchFamily="65" charset="-12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rgbClr val="0000CC"/>
          </a:solidFill>
          <a:latin typeface="Arial" charset="0"/>
          <a:ea typeface="標楷體" pitchFamily="65" charset="-12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rgbClr val="0000CC"/>
          </a:solidFill>
          <a:latin typeface="Arial" charset="0"/>
          <a:ea typeface="標楷體" pitchFamily="65" charset="-120"/>
        </a:defRPr>
      </a:lvl9pPr>
    </p:titleStyle>
    <p:bodyStyle>
      <a:lvl1pPr marL="342900" indent="-342900" algn="l" rtl="0" eaLnBrk="0" fontAlgn="base" hangingPunct="0">
        <a:lnSpc>
          <a:spcPct val="120000"/>
        </a:lnSpc>
        <a:spcBef>
          <a:spcPts val="600"/>
        </a:spcBef>
        <a:spcAft>
          <a:spcPct val="0"/>
        </a:spcAft>
        <a:buClr>
          <a:srgbClr val="FF6600"/>
        </a:buClr>
        <a:buSzPct val="80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微軟正黑體" pitchFamily="34" charset="-120"/>
          <a:cs typeface="+mn-cs"/>
        </a:defRPr>
      </a:lvl1pPr>
      <a:lvl2pPr marL="742950" indent="-285750" algn="l" rtl="0" eaLnBrk="0" fontAlgn="base" hangingPunct="0">
        <a:lnSpc>
          <a:spcPct val="120000"/>
        </a:lnSpc>
        <a:spcBef>
          <a:spcPts val="600"/>
        </a:spcBef>
        <a:spcAft>
          <a:spcPct val="0"/>
        </a:spcAft>
        <a:buClr>
          <a:srgbClr val="006600"/>
        </a:buClr>
        <a:buSzPct val="80000"/>
        <a:buFont typeface="Wingdings" pitchFamily="2" charset="2"/>
        <a:buChar char="l"/>
        <a:defRPr kumimoji="1" sz="2200">
          <a:solidFill>
            <a:schemeClr val="tx1"/>
          </a:solidFill>
          <a:latin typeface="+mn-lt"/>
          <a:ea typeface="微軟正黑體" pitchFamily="34" charset="-120"/>
        </a:defRPr>
      </a:lvl2pPr>
      <a:lvl3pPr marL="1143000" indent="-228600" algn="l" rtl="0" eaLnBrk="0" fontAlgn="base" hangingPunct="0">
        <a:lnSpc>
          <a:spcPct val="120000"/>
        </a:lnSpc>
        <a:spcBef>
          <a:spcPts val="600"/>
        </a:spcBef>
        <a:spcAft>
          <a:spcPct val="0"/>
        </a:spcAft>
        <a:buClr>
          <a:srgbClr val="7030A0"/>
        </a:buClr>
        <a:buSzPct val="80000"/>
        <a:buFont typeface="Arial" charset="0"/>
        <a:buChar char="−"/>
        <a:defRPr kumimoji="1" sz="2000">
          <a:solidFill>
            <a:schemeClr val="tx1"/>
          </a:solidFill>
          <a:latin typeface="+mn-lt"/>
          <a:ea typeface="微軟正黑體" pitchFamily="34" charset="-12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itchFamily="2" charset="2"/>
        <a:buChar char="n"/>
        <a:defRPr kumimoji="1" sz="2000">
          <a:solidFill>
            <a:schemeClr val="tx1"/>
          </a:solidFill>
          <a:latin typeface="Tahoma" pitchFamily="34" charset="0"/>
          <a:ea typeface="新細明體" pitchFamily="18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Tahoma" pitchFamily="34" charset="0"/>
          <a:ea typeface="新細明體" pitchFamily="18" charset="-12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Tahoma" pitchFamily="34" charset="0"/>
          <a:ea typeface="新細明體" pitchFamily="18" charset="-120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Tahoma" pitchFamily="34" charset="0"/>
          <a:ea typeface="新細明體" pitchFamily="18" charset="-120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Tahoma" pitchFamily="34" charset="0"/>
          <a:ea typeface="新細明體" pitchFamily="18" charset="-120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Tahoma" pitchFamily="34" charset="0"/>
          <a:ea typeface="新細明體" pitchFamily="18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 txBox="1">
            <a:spLocks/>
          </p:cNvSpPr>
          <p:nvPr/>
        </p:nvSpPr>
        <p:spPr bwMode="auto">
          <a:xfrm>
            <a:off x="792163" y="647700"/>
            <a:ext cx="7199312" cy="56616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>
              <a:spcBef>
                <a:spcPts val="600"/>
              </a:spcBef>
              <a:defRPr/>
            </a:pPr>
            <a:r>
              <a:rPr lang="zh-TW" altLang="en-US" sz="2800" b="1" u="sng" dirty="0">
                <a:solidFill>
                  <a:srgbClr val="0070C0"/>
                </a:solidFill>
                <a:latin typeface="微軟正黑體" pitchFamily="34" charset="-120"/>
                <a:ea typeface="微軟正黑體" pitchFamily="34" charset="-120"/>
              </a:rPr>
              <a:t>硬體描述語言</a:t>
            </a:r>
            <a:endParaRPr lang="en-US" altLang="zh-TW" sz="2800" b="1" u="sng" dirty="0">
              <a:solidFill>
                <a:srgbClr val="0070C0"/>
              </a:solidFill>
              <a:latin typeface="微軟正黑體" pitchFamily="34" charset="-120"/>
              <a:ea typeface="微軟正黑體" pitchFamily="34" charset="-120"/>
            </a:endParaRPr>
          </a:p>
          <a:p>
            <a:pPr>
              <a:spcBef>
                <a:spcPts val="600"/>
              </a:spcBef>
              <a:defRPr/>
            </a:pPr>
            <a:br>
              <a:rPr lang="en-US" altLang="zh-TW" sz="2800" b="1" u="sng" kern="0" dirty="0">
                <a:solidFill>
                  <a:srgbClr val="0070C0"/>
                </a:solidFill>
                <a:latin typeface="微軟正黑體" pitchFamily="34" charset="-120"/>
                <a:ea typeface="微軟正黑體" pitchFamily="34" charset="-120"/>
                <a:cs typeface="+mj-cs"/>
              </a:rPr>
            </a:br>
            <a:r>
              <a:rPr lang="en-US" altLang="zh-TW" sz="4000" b="1" u="sng" dirty="0">
                <a:solidFill>
                  <a:srgbClr val="0070C0"/>
                </a:solidFill>
                <a:latin typeface="微軟正黑體" pitchFamily="34" charset="-120"/>
                <a:ea typeface="新細明體" pitchFamily="18" charset="-120"/>
              </a:rPr>
              <a:t> </a:t>
            </a:r>
            <a:endParaRPr lang="en-US" altLang="zh-TW" sz="4000" b="1" dirty="0">
              <a:solidFill>
                <a:srgbClr val="0070C0"/>
              </a:solidFill>
              <a:latin typeface="微軟正黑體" pitchFamily="34" charset="-120"/>
              <a:ea typeface="新細明體" pitchFamily="18" charset="-120"/>
            </a:endParaRPr>
          </a:p>
          <a:p>
            <a:pPr algn="ctr">
              <a:defRPr/>
            </a:pPr>
            <a:r>
              <a:rPr lang="en-US" altLang="zh-TW" sz="3600" b="1" dirty="0">
                <a:solidFill>
                  <a:srgbClr val="0070C0"/>
                </a:solidFill>
                <a:latin typeface="微軟正黑體" pitchFamily="34" charset="-120"/>
                <a:ea typeface="微軟正黑體" pitchFamily="34" charset="-120"/>
              </a:rPr>
              <a:t>Homework 03</a:t>
            </a:r>
          </a:p>
          <a:p>
            <a:pPr algn="ctr">
              <a:defRPr/>
            </a:pPr>
            <a:endParaRPr lang="en-US" altLang="zh-TW" sz="3600" b="1" dirty="0">
              <a:solidFill>
                <a:srgbClr val="0070C0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defRPr/>
            </a:pPr>
            <a:endParaRPr lang="en-US" altLang="zh-TW" sz="3600" b="1" dirty="0">
              <a:solidFill>
                <a:srgbClr val="0070C0"/>
              </a:solidFill>
              <a:latin typeface="微軟正黑體" pitchFamily="34" charset="-120"/>
              <a:ea typeface="微軟正黑體" pitchFamily="34" charset="-120"/>
            </a:endParaRPr>
          </a:p>
          <a:p>
            <a:pPr marL="1795463">
              <a:spcBef>
                <a:spcPts val="600"/>
              </a:spcBef>
              <a:defRPr/>
            </a:pPr>
            <a:r>
              <a:rPr lang="zh-TW" altLang="en-US" sz="2800" b="1" kern="0" dirty="0">
                <a:latin typeface="微軟正黑體" pitchFamily="34" charset="-120"/>
                <a:ea typeface="微軟正黑體" pitchFamily="34" charset="-120"/>
              </a:rPr>
              <a:t>班級：資工二</a:t>
            </a:r>
            <a:endParaRPr lang="en-US" altLang="zh-TW" sz="2800" b="1" kern="0" dirty="0">
              <a:latin typeface="微軟正黑體" pitchFamily="34" charset="-120"/>
              <a:ea typeface="微軟正黑體" pitchFamily="34" charset="-120"/>
            </a:endParaRPr>
          </a:p>
          <a:p>
            <a:pPr marL="1795463">
              <a:spcBef>
                <a:spcPts val="600"/>
              </a:spcBef>
              <a:defRPr/>
            </a:pPr>
            <a:r>
              <a:rPr lang="zh-TW" altLang="en-US" sz="2800" b="1" kern="0" dirty="0">
                <a:latin typeface="微軟正黑體" pitchFamily="34" charset="-120"/>
                <a:ea typeface="微軟正黑體" pitchFamily="34" charset="-120"/>
              </a:rPr>
              <a:t>學號：</a:t>
            </a:r>
            <a:r>
              <a:rPr lang="en-US" altLang="zh-TW" sz="2800" b="1" kern="0" dirty="0">
                <a:latin typeface="微軟正黑體" pitchFamily="34" charset="-120"/>
                <a:ea typeface="微軟正黑體" pitchFamily="34" charset="-120"/>
              </a:rPr>
              <a:t>S1154041	</a:t>
            </a:r>
          </a:p>
          <a:p>
            <a:pPr marL="1795463">
              <a:spcBef>
                <a:spcPts val="600"/>
              </a:spcBef>
              <a:defRPr/>
            </a:pPr>
            <a:r>
              <a:rPr lang="zh-TW" altLang="en-US" sz="2800" b="1" kern="0" dirty="0">
                <a:latin typeface="微軟正黑體" pitchFamily="34" charset="-120"/>
                <a:ea typeface="微軟正黑體" pitchFamily="34" charset="-120"/>
              </a:rPr>
              <a:t>姓名：邱立宇</a:t>
            </a:r>
            <a:endParaRPr lang="en-US" altLang="zh-TW" sz="2800" b="1" kern="0" dirty="0">
              <a:latin typeface="微軟正黑體" pitchFamily="34" charset="-120"/>
              <a:ea typeface="微軟正黑體" pitchFamily="34" charset="-120"/>
            </a:endParaRPr>
          </a:p>
          <a:p>
            <a:pPr marL="1795463">
              <a:spcBef>
                <a:spcPts val="600"/>
              </a:spcBef>
              <a:defRPr/>
            </a:pPr>
            <a:r>
              <a:rPr lang="zh-TW" altLang="en-US" sz="2800" b="1" kern="0" dirty="0">
                <a:latin typeface="微軟正黑體" pitchFamily="34" charset="-120"/>
                <a:ea typeface="微軟正黑體" pitchFamily="34" charset="-120"/>
              </a:rPr>
              <a:t>日期：</a:t>
            </a:r>
            <a:r>
              <a:rPr lang="en-US" altLang="zh-TW" sz="2800" b="1" kern="0" dirty="0">
                <a:latin typeface="微軟正黑體" pitchFamily="34" charset="-120"/>
                <a:ea typeface="微軟正黑體" pitchFamily="34" charset="-120"/>
              </a:rPr>
              <a:t>2023/12/21</a:t>
            </a:r>
          </a:p>
          <a:p>
            <a:pPr algn="ctr">
              <a:defRPr/>
            </a:pPr>
            <a:endParaRPr lang="zh-TW" altLang="en-US" sz="3600" b="1" dirty="0">
              <a:solidFill>
                <a:srgbClr val="0070C0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defRPr/>
            </a:pPr>
            <a:endParaRPr lang="zh-TW" altLang="en-US" sz="3600" b="1" dirty="0">
              <a:solidFill>
                <a:srgbClr val="0070C0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spcBef>
                <a:spcPts val="600"/>
              </a:spcBef>
              <a:defRPr/>
            </a:pPr>
            <a:endParaRPr lang="zh-TW" altLang="en-US" sz="3400" b="1" kern="0" dirty="0">
              <a:solidFill>
                <a:srgbClr val="0070C0"/>
              </a:solidFill>
              <a:latin typeface="微軟正黑體" pitchFamily="34" charset="-120"/>
              <a:ea typeface="微軟正黑體" pitchFamily="34" charset="-120"/>
              <a:cs typeface="+mj-cs"/>
            </a:endParaRPr>
          </a:p>
          <a:p>
            <a:pPr algn="ctr">
              <a:spcBef>
                <a:spcPts val="600"/>
              </a:spcBef>
              <a:defRPr/>
            </a:pPr>
            <a:endParaRPr lang="en-US" altLang="zh-TW" sz="3200" b="1" kern="0" dirty="0">
              <a:solidFill>
                <a:srgbClr val="0070C0"/>
              </a:solidFill>
              <a:latin typeface="微軟正黑體" pitchFamily="34" charset="-120"/>
              <a:ea typeface="微軟正黑體" pitchFamily="34" charset="-120"/>
              <a:cs typeface="+mj-cs"/>
            </a:endParaRPr>
          </a:p>
          <a:p>
            <a:pPr algn="ctr">
              <a:spcBef>
                <a:spcPts val="600"/>
              </a:spcBef>
              <a:defRPr/>
            </a:pPr>
            <a:endParaRPr lang="zh-TW" altLang="en-US" sz="3200" b="1" kern="0" dirty="0">
              <a:solidFill>
                <a:srgbClr val="0070C0"/>
              </a:solidFill>
              <a:latin typeface="微軟正黑體" pitchFamily="34" charset="-120"/>
              <a:ea typeface="微軟正黑體" pitchFamily="34" charset="-120"/>
              <a:cs typeface="+mj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作業</a:t>
            </a:r>
            <a:br>
              <a:rPr lang="en-US" altLang="zh-TW" dirty="0"/>
            </a:br>
            <a:r>
              <a:rPr lang="en-US" altLang="zh-TW" dirty="0"/>
              <a:t>Verilog Code (sort4_pipe.v)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6739E1-4F7D-4A52-BD40-FD1F0A58EA9D}" type="slidenum">
              <a:rPr lang="en-US" altLang="zh-TW" smtClean="0"/>
              <a:pPr>
                <a:defRPr/>
              </a:pPr>
              <a:t>2</a:t>
            </a:fld>
            <a:endParaRPr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7E4ABA9-904F-65FF-6A6A-71356C1B9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1179185"/>
            <a:ext cx="4887523" cy="5561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539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作業</a:t>
            </a:r>
            <a:br>
              <a:rPr lang="en-US" altLang="zh-TW" dirty="0"/>
            </a:br>
            <a:r>
              <a:rPr lang="en-US" altLang="zh-TW" dirty="0"/>
              <a:t>Verilog Code (sort4_pipel_tb.v)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6739E1-4F7D-4A52-BD40-FD1F0A58EA9D}" type="slidenum">
              <a:rPr lang="en-US" altLang="zh-TW" smtClean="0"/>
              <a:pPr>
                <a:defRPr/>
              </a:pPr>
              <a:t>3</a:t>
            </a:fld>
            <a:endParaRPr lang="en-US" altLang="zh-TW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1E32BF2A-F4E1-4150-EC6C-65806D37C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379" y="1271189"/>
            <a:ext cx="7605419" cy="546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1968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作業</a:t>
            </a:r>
            <a:br>
              <a:rPr lang="en-US" altLang="zh-TW" dirty="0"/>
            </a:br>
            <a:r>
              <a:rPr lang="en-US" altLang="zh-TW" dirty="0"/>
              <a:t>Text Message Output</a:t>
            </a:r>
            <a:endParaRPr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2FC7808E-13F2-9A77-C03C-CDC4A04846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7544" y="1412776"/>
            <a:ext cx="7409067" cy="5112568"/>
          </a:xfrm>
        </p:spPr>
      </p:pic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6739E1-4F7D-4A52-BD40-FD1F0A58EA9D}" type="slidenum">
              <a:rPr lang="en-US" altLang="zh-TW" smtClean="0"/>
              <a:pPr>
                <a:defRPr/>
              </a:pPr>
              <a:t>4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157524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作業</a:t>
            </a:r>
            <a:br>
              <a:rPr lang="en-US" altLang="zh-TW" dirty="0"/>
            </a:br>
            <a:r>
              <a:rPr lang="en-US" altLang="zh-TW" dirty="0"/>
              <a:t>Simulation Waveform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6739E1-4F7D-4A52-BD40-FD1F0A58EA9D}" type="slidenum">
              <a:rPr lang="en-US" altLang="zh-TW" smtClean="0"/>
              <a:pPr>
                <a:defRPr/>
              </a:pPr>
              <a:t>5</a:t>
            </a:fld>
            <a:endParaRPr lang="en-US" altLang="zh-TW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FCDA3005-EE8C-A9B0-B578-FBA7F289A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73923"/>
            <a:ext cx="9144000" cy="2110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01749"/>
      </p:ext>
    </p:extLst>
  </p:cSld>
  <p:clrMapOvr>
    <a:masterClrMapping/>
  </p:clrMapOvr>
</p:sld>
</file>

<file path=ppt/theme/theme1.xml><?xml version="1.0" encoding="utf-8"?>
<a:theme xmlns:a="http://schemas.openxmlformats.org/drawingml/2006/main" name="2_rdchen_template">
  <a:themeElements>
    <a:clrScheme name="2_rdchen_template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2_rdchen_template">
      <a:majorFont>
        <a:latin typeface="Arial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2_rdchen_template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rdchen_template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rdchen_template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rdchen_template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rdchen_template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rdchen_template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dig_lab_11</Template>
  <TotalTime>28759</TotalTime>
  <Words>59</Words>
  <Application>Microsoft Office PowerPoint</Application>
  <PresentationFormat>如螢幕大小 (4:3)</PresentationFormat>
  <Paragraphs>20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微軟正黑體</vt:lpstr>
      <vt:lpstr>Arial</vt:lpstr>
      <vt:lpstr>Tahoma</vt:lpstr>
      <vt:lpstr>Wingdings</vt:lpstr>
      <vt:lpstr>2_rdchen_template</vt:lpstr>
      <vt:lpstr>PowerPoint 簡報</vt:lpstr>
      <vt:lpstr>作業 Verilog Code (sort4_pipe.v)</vt:lpstr>
      <vt:lpstr>作業 Verilog Code (sort4_pipel_tb.v)</vt:lpstr>
      <vt:lpstr>作業 Text Message Output</vt:lpstr>
      <vt:lpstr>作業 Simulation Waveform</vt:lpstr>
    </vt:vector>
  </TitlesOfParts>
  <Company>ncue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rdchen</dc:creator>
  <cp:lastModifiedBy>jjjghu /</cp:lastModifiedBy>
  <cp:revision>3888</cp:revision>
  <cp:lastPrinted>2014-02-16T15:44:29Z</cp:lastPrinted>
  <dcterms:created xsi:type="dcterms:W3CDTF">2003-02-18T03:13:54Z</dcterms:created>
  <dcterms:modified xsi:type="dcterms:W3CDTF">2023-12-18T00:41:41Z</dcterms:modified>
</cp:coreProperties>
</file>